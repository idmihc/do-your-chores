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6" autoAdjust="0"/>
    <p:restoredTop sz="96177" autoAdjust="0"/>
  </p:normalViewPr>
  <p:slideViewPr>
    <p:cSldViewPr snapToGrid="0">
      <p:cViewPr varScale="1">
        <p:scale>
          <a:sx n="91" d="100"/>
          <a:sy n="91" d="100"/>
        </p:scale>
        <p:origin x="53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DFEE4-4CD8-408C-8611-BA96800C60C6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67B58-605E-4767-999F-827A46CE2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22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67B58-605E-4767-999F-827A46CE20E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696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60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46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25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02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9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5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0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237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78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41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78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788A9-E044-44DE-806E-6E1B62EB00A7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85446-8D0F-4606-B0C3-4A7FCE2CCF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66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61.png"/><Relationship Id="rId5" Type="http://schemas.openxmlformats.org/officeDocument/2006/relationships/image" Target="../media/image3.png"/><Relationship Id="rId10" Type="http://schemas.openxmlformats.org/officeDocument/2006/relationships/image" Target="../media/image60.png"/><Relationship Id="rId4" Type="http://schemas.microsoft.com/office/2007/relationships/hdphoto" Target="../media/hdphoto1.wdp"/><Relationship Id="rId9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1787" y="511728"/>
            <a:ext cx="5444455" cy="544445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11459361" y="-3141677"/>
            <a:ext cx="2843868" cy="489917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11569816" y="-3056389"/>
            <a:ext cx="2626358" cy="4524463"/>
          </a:xfrm>
          <a:prstGeom prst="roundRect">
            <a:avLst>
              <a:gd name="adj" fmla="val 1826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426" y="780102"/>
            <a:ext cx="2853175" cy="4907705"/>
          </a:xfrm>
          <a:prstGeom prst="rect">
            <a:avLst/>
          </a:prstGeom>
        </p:spPr>
      </p:pic>
      <p:sp>
        <p:nvSpPr>
          <p:cNvPr id="9" name="Heart 8"/>
          <p:cNvSpPr/>
          <p:nvPr/>
        </p:nvSpPr>
        <p:spPr>
          <a:xfrm>
            <a:off x="1153026" y="-3056389"/>
            <a:ext cx="914400" cy="914400"/>
          </a:xfrm>
          <a:prstGeom prst="hear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Callout 10"/>
          <p:cNvSpPr/>
          <p:nvPr/>
        </p:nvSpPr>
        <p:spPr>
          <a:xfrm>
            <a:off x="1153026" y="-1903931"/>
            <a:ext cx="914400" cy="612648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77596" l="0" r="100000">
                        <a14:foregroundMark x1="9740" y1="47541" x2="19481" y2="42623"/>
                        <a14:foregroundMark x1="7143" y1="50820" x2="1299" y2="57923"/>
                        <a14:backgroundMark x1="7792" y1="57377" x2="8442" y2="56831"/>
                        <a14:backgroundMark x1="9091" y1="59563" x2="13636" y2="55738"/>
                        <a14:backgroundMark x1="5844" y1="55738" x2="12987" y2="59563"/>
                        <a14:backgroundMark x1="14286" y1="60109" x2="14286" y2="62842"/>
                        <a14:backgroundMark x1="13636" y1="60109" x2="29221" y2="68852"/>
                        <a14:backgroundMark x1="7143" y1="57923" x2="7792" y2="54645"/>
                        <a14:backgroundMark x1="5195" y1="56831" x2="6494" y2="53552"/>
                      </a14:backgroundRemoval>
                    </a14:imgEffect>
                  </a14:imgLayer>
                </a14:imgProps>
              </a:ext>
            </a:extLst>
          </a:blip>
          <a:srcRect b="38770"/>
          <a:stretch/>
        </p:blipFill>
        <p:spPr>
          <a:xfrm>
            <a:off x="1153026" y="-1053225"/>
            <a:ext cx="914400" cy="68311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531" y="-1378742"/>
            <a:ext cx="227862" cy="651034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3971088" y="-6031929"/>
            <a:ext cx="1585435" cy="15942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>
            <a:stCxn id="37" idx="4"/>
          </p:cNvCxnSpPr>
          <p:nvPr/>
        </p:nvCxnSpPr>
        <p:spPr>
          <a:xfrm flipH="1">
            <a:off x="4757579" y="-4437665"/>
            <a:ext cx="6227" cy="1458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4462015" y="-4434038"/>
            <a:ext cx="782467" cy="433428"/>
          </a:xfrm>
          <a:custGeom>
            <a:avLst/>
            <a:gdLst>
              <a:gd name="connsiteX0" fmla="*/ 309418 w 782467"/>
              <a:gd name="connsiteY0" fmla="*/ 0 h 433428"/>
              <a:gd name="connsiteX1" fmla="*/ 775855 w 782467"/>
              <a:gd name="connsiteY1" fmla="*/ 429491 h 433428"/>
              <a:gd name="connsiteX2" fmla="*/ 0 w 782467"/>
              <a:gd name="connsiteY2" fmla="*/ 212436 h 43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2467" h="433428">
                <a:moveTo>
                  <a:pt x="309418" y="0"/>
                </a:moveTo>
                <a:cubicBezTo>
                  <a:pt x="568421" y="197042"/>
                  <a:pt x="827425" y="394085"/>
                  <a:pt x="775855" y="429491"/>
                </a:cubicBezTo>
                <a:cubicBezTo>
                  <a:pt x="724285" y="464897"/>
                  <a:pt x="129309" y="250921"/>
                  <a:pt x="0" y="21243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eform 40"/>
          <p:cNvSpPr/>
          <p:nvPr/>
        </p:nvSpPr>
        <p:spPr>
          <a:xfrm flipH="1">
            <a:off x="4304997" y="-4437665"/>
            <a:ext cx="782467" cy="433428"/>
          </a:xfrm>
          <a:custGeom>
            <a:avLst/>
            <a:gdLst>
              <a:gd name="connsiteX0" fmla="*/ 309418 w 782467"/>
              <a:gd name="connsiteY0" fmla="*/ 0 h 433428"/>
              <a:gd name="connsiteX1" fmla="*/ 775855 w 782467"/>
              <a:gd name="connsiteY1" fmla="*/ 429491 h 433428"/>
              <a:gd name="connsiteX2" fmla="*/ 0 w 782467"/>
              <a:gd name="connsiteY2" fmla="*/ 212436 h 43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2467" h="433428">
                <a:moveTo>
                  <a:pt x="309418" y="0"/>
                </a:moveTo>
                <a:cubicBezTo>
                  <a:pt x="568421" y="197042"/>
                  <a:pt x="827425" y="394085"/>
                  <a:pt x="775855" y="429491"/>
                </a:cubicBezTo>
                <a:cubicBezTo>
                  <a:pt x="724285" y="464897"/>
                  <a:pt x="129309" y="250921"/>
                  <a:pt x="0" y="21243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/>
          <p:cNvSpPr/>
          <p:nvPr/>
        </p:nvSpPr>
        <p:spPr>
          <a:xfrm>
            <a:off x="9330823" y="-5733559"/>
            <a:ext cx="1585435" cy="15942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/>
          <p:cNvCxnSpPr>
            <a:stCxn id="43" idx="4"/>
          </p:cNvCxnSpPr>
          <p:nvPr/>
        </p:nvCxnSpPr>
        <p:spPr>
          <a:xfrm flipH="1">
            <a:off x="10117314" y="-4139295"/>
            <a:ext cx="6227" cy="1458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0115933" y="-4130034"/>
            <a:ext cx="700764" cy="863125"/>
          </a:xfrm>
          <a:custGeom>
            <a:avLst/>
            <a:gdLst>
              <a:gd name="connsiteX0" fmla="*/ 0 w 700764"/>
              <a:gd name="connsiteY0" fmla="*/ 0 h 863125"/>
              <a:gd name="connsiteX1" fmla="*/ 700755 w 700764"/>
              <a:gd name="connsiteY1" fmla="*/ 358923 h 863125"/>
              <a:gd name="connsiteX2" fmla="*/ 17092 w 700764"/>
              <a:gd name="connsiteY2" fmla="*/ 863125 h 86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64" h="863125">
                <a:moveTo>
                  <a:pt x="0" y="0"/>
                </a:moveTo>
                <a:cubicBezTo>
                  <a:pt x="348953" y="107534"/>
                  <a:pt x="697906" y="215069"/>
                  <a:pt x="700755" y="358923"/>
                </a:cubicBezTo>
                <a:cubicBezTo>
                  <a:pt x="703604" y="502777"/>
                  <a:pt x="73352" y="813275"/>
                  <a:pt x="17092" y="86312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 47"/>
          <p:cNvSpPr/>
          <p:nvPr/>
        </p:nvSpPr>
        <p:spPr>
          <a:xfrm flipH="1">
            <a:off x="9434188" y="-4130034"/>
            <a:ext cx="689352" cy="863125"/>
          </a:xfrm>
          <a:custGeom>
            <a:avLst/>
            <a:gdLst>
              <a:gd name="connsiteX0" fmla="*/ 0 w 700764"/>
              <a:gd name="connsiteY0" fmla="*/ 0 h 863125"/>
              <a:gd name="connsiteX1" fmla="*/ 700755 w 700764"/>
              <a:gd name="connsiteY1" fmla="*/ 358923 h 863125"/>
              <a:gd name="connsiteX2" fmla="*/ 17092 w 700764"/>
              <a:gd name="connsiteY2" fmla="*/ 863125 h 86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64" h="863125">
                <a:moveTo>
                  <a:pt x="0" y="0"/>
                </a:moveTo>
                <a:cubicBezTo>
                  <a:pt x="348953" y="107534"/>
                  <a:pt x="697906" y="215069"/>
                  <a:pt x="700755" y="358923"/>
                </a:cubicBezTo>
                <a:cubicBezTo>
                  <a:pt x="703604" y="502777"/>
                  <a:pt x="73352" y="813275"/>
                  <a:pt x="17092" y="86312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/>
          <p:cNvSpPr/>
          <p:nvPr/>
        </p:nvSpPr>
        <p:spPr>
          <a:xfrm>
            <a:off x="15793027" y="1112982"/>
            <a:ext cx="1585435" cy="15942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Straight Connector 50"/>
          <p:cNvCxnSpPr>
            <a:stCxn id="50" idx="4"/>
          </p:cNvCxnSpPr>
          <p:nvPr/>
        </p:nvCxnSpPr>
        <p:spPr>
          <a:xfrm flipH="1">
            <a:off x="16579518" y="2707246"/>
            <a:ext cx="6227" cy="1458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5417500" y="2179787"/>
            <a:ext cx="1162595" cy="636816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Freeform 55"/>
          <p:cNvSpPr/>
          <p:nvPr/>
        </p:nvSpPr>
        <p:spPr>
          <a:xfrm rot="11214200">
            <a:off x="16557337" y="2692859"/>
            <a:ext cx="1162595" cy="636816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6258474" y="2258164"/>
            <a:ext cx="642085" cy="26670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3568" y="4051335"/>
            <a:ext cx="227862" cy="651034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2317397" y="2327724"/>
            <a:ext cx="2280102" cy="3078747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2296451" y="1101067"/>
            <a:ext cx="2394033" cy="4528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  <a:endParaRPr lang="en-GB" sz="1200" b="1" dirty="0">
              <a:solidFill>
                <a:schemeClr val="tx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18828" y="5406574"/>
            <a:ext cx="2853175" cy="4907705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3940521" y="5964009"/>
            <a:ext cx="26175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4048617" y="5588305"/>
            <a:ext cx="709901" cy="344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Mom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3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60672" y="-8458200"/>
            <a:ext cx="5444200" cy="5444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16472" y="-8458200"/>
            <a:ext cx="5444200" cy="5444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728" y="-8458200"/>
            <a:ext cx="5444200" cy="5444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928" y="-8458200"/>
            <a:ext cx="5444200" cy="5444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6128" y="-8458200"/>
            <a:ext cx="5444200" cy="5444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460672" y="-3014000"/>
            <a:ext cx="5444200" cy="5444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016472" y="-3014000"/>
            <a:ext cx="5444200" cy="5444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7728" y="-3014000"/>
            <a:ext cx="5444200" cy="5444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1928" y="-3014000"/>
            <a:ext cx="5444200" cy="5444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16128" y="-3014000"/>
            <a:ext cx="5444200" cy="5444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460672" y="2430200"/>
            <a:ext cx="5444200" cy="5444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7728" y="2430200"/>
            <a:ext cx="5444200" cy="5444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1928" y="2430200"/>
            <a:ext cx="5444200" cy="5444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16128" y="2430200"/>
            <a:ext cx="5444200" cy="5444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7460672" y="7782992"/>
            <a:ext cx="5444200" cy="5444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016472" y="7782992"/>
            <a:ext cx="5444200" cy="5444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71928" y="7782992"/>
            <a:ext cx="5444200" cy="54442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16128" y="7782992"/>
            <a:ext cx="5444200" cy="54442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7728" y="7782992"/>
            <a:ext cx="5444200" cy="54442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016472" y="2430200"/>
            <a:ext cx="5444200" cy="5444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7460672" y="13227192"/>
            <a:ext cx="5444200" cy="54442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016472" y="13227192"/>
            <a:ext cx="5444200" cy="5444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7728" y="13227192"/>
            <a:ext cx="5444200" cy="5444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71928" y="13227192"/>
            <a:ext cx="5444200" cy="54442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316128" y="13227192"/>
            <a:ext cx="5444200" cy="54442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460672" y="18671392"/>
            <a:ext cx="5444200" cy="54442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016472" y="18671392"/>
            <a:ext cx="5444200" cy="54442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7728" y="18671392"/>
            <a:ext cx="5444200" cy="54442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71928" y="18671392"/>
            <a:ext cx="5444200" cy="54442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16128" y="18671392"/>
            <a:ext cx="5444200" cy="544420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460672" y="24115592"/>
            <a:ext cx="5444200" cy="54442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016472" y="24115592"/>
            <a:ext cx="5444200" cy="54442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7728" y="24115592"/>
            <a:ext cx="5444200" cy="544420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1928" y="24115592"/>
            <a:ext cx="5444200" cy="544420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16128" y="24115592"/>
            <a:ext cx="5444200" cy="54442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460672" y="29559792"/>
            <a:ext cx="5444200" cy="54442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460672" y="35003992"/>
            <a:ext cx="5444200" cy="54442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7728" y="35003992"/>
            <a:ext cx="5444200" cy="54442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1928" y="35003992"/>
            <a:ext cx="5444200" cy="54442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16128" y="35003992"/>
            <a:ext cx="5444200" cy="5444200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7460672" y="40356784"/>
            <a:ext cx="5444200" cy="544420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016472" y="40356784"/>
            <a:ext cx="5444200" cy="54442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71928" y="40356784"/>
            <a:ext cx="5444200" cy="544420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16128" y="40356784"/>
            <a:ext cx="5444200" cy="544420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7728" y="40356784"/>
            <a:ext cx="5444200" cy="544420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016472" y="35003992"/>
            <a:ext cx="5444200" cy="544420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7460672" y="45800984"/>
            <a:ext cx="5444200" cy="544420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016472" y="45800984"/>
            <a:ext cx="5444200" cy="544420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7728" y="45800984"/>
            <a:ext cx="5444200" cy="544420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71928" y="45800984"/>
            <a:ext cx="5444200" cy="5444200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316128" y="45800984"/>
            <a:ext cx="5444200" cy="5444200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460672" y="51245184"/>
            <a:ext cx="5444200" cy="544420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016472" y="51245184"/>
            <a:ext cx="5444200" cy="5444200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7728" y="51245184"/>
            <a:ext cx="5444200" cy="5444200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71928" y="51245184"/>
            <a:ext cx="5444200" cy="5444200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16128" y="51245184"/>
            <a:ext cx="5444200" cy="5444200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460672" y="56689384"/>
            <a:ext cx="5444200" cy="5444200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016472" y="56689384"/>
            <a:ext cx="5444200" cy="5444200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7728" y="56689384"/>
            <a:ext cx="5444200" cy="54442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1928" y="56689384"/>
            <a:ext cx="5444200" cy="544420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16128" y="56689384"/>
            <a:ext cx="5444200" cy="5444200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10397010" y="51850876"/>
            <a:ext cx="2394033" cy="4528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15841210" y="51856628"/>
            <a:ext cx="2394033" cy="5503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</a:p>
          <a:p>
            <a:r>
              <a:rPr lang="en-GB" sz="1200" dirty="0">
                <a:solidFill>
                  <a:schemeClr val="tx1"/>
                </a:solidFill>
              </a:rPr>
              <a:t>f</a:t>
            </a:r>
            <a:r>
              <a:rPr lang="en-GB" sz="1200" dirty="0" smtClean="0">
                <a:solidFill>
                  <a:schemeClr val="tx1"/>
                </a:solidFill>
              </a:rPr>
              <a:t>rom</a:t>
            </a:r>
            <a:r>
              <a:rPr lang="en-GB" sz="1200" b="1" dirty="0" smtClean="0">
                <a:solidFill>
                  <a:schemeClr val="tx1"/>
                </a:solidFill>
              </a:rPr>
              <a:t> Mom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952810" y="51850877"/>
            <a:ext cx="2394033" cy="28092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-491389" y="51850877"/>
            <a:ext cx="2394033" cy="11763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15841211" y="57295075"/>
            <a:ext cx="2394033" cy="5503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</a:p>
          <a:p>
            <a:r>
              <a:rPr lang="en-GB" sz="1200" dirty="0">
                <a:solidFill>
                  <a:schemeClr val="tx1"/>
                </a:solidFill>
              </a:rPr>
              <a:t>f</a:t>
            </a:r>
            <a:r>
              <a:rPr lang="en-GB" sz="1200" dirty="0" smtClean="0">
                <a:solidFill>
                  <a:schemeClr val="tx1"/>
                </a:solidFill>
              </a:rPr>
              <a:t>rom</a:t>
            </a:r>
            <a:r>
              <a:rPr lang="en-GB" sz="1200" b="1" dirty="0" smtClean="0">
                <a:solidFill>
                  <a:schemeClr val="tx1"/>
                </a:solidFill>
              </a:rPr>
              <a:t> Mom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10397010" y="57295075"/>
            <a:ext cx="2394033" cy="5503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</a:p>
          <a:p>
            <a:r>
              <a:rPr lang="en-GB" sz="1200" dirty="0">
                <a:solidFill>
                  <a:schemeClr val="tx1"/>
                </a:solidFill>
              </a:rPr>
              <a:t>f</a:t>
            </a:r>
            <a:r>
              <a:rPr lang="en-GB" sz="1200" dirty="0" smtClean="0">
                <a:solidFill>
                  <a:schemeClr val="tx1"/>
                </a:solidFill>
              </a:rPr>
              <a:t>rom</a:t>
            </a:r>
            <a:r>
              <a:rPr lang="en-GB" sz="1200" b="1" dirty="0" smtClean="0">
                <a:solidFill>
                  <a:schemeClr val="tx1"/>
                </a:solidFill>
              </a:rPr>
              <a:t> Mom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952809" y="57295075"/>
            <a:ext cx="2394033" cy="5503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</a:p>
          <a:p>
            <a:r>
              <a:rPr lang="en-GB" sz="1200" dirty="0">
                <a:solidFill>
                  <a:schemeClr val="tx1"/>
                </a:solidFill>
              </a:rPr>
              <a:t>f</a:t>
            </a:r>
            <a:r>
              <a:rPr lang="en-GB" sz="1200" dirty="0" smtClean="0">
                <a:solidFill>
                  <a:schemeClr val="tx1"/>
                </a:solidFill>
              </a:rPr>
              <a:t>rom</a:t>
            </a:r>
            <a:r>
              <a:rPr lang="en-GB" sz="1200" b="1" dirty="0" smtClean="0">
                <a:solidFill>
                  <a:schemeClr val="tx1"/>
                </a:solidFill>
              </a:rPr>
              <a:t> Mom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-491391" y="57295074"/>
            <a:ext cx="2394033" cy="5503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</a:p>
          <a:p>
            <a:r>
              <a:rPr lang="en-GB" sz="1200" dirty="0">
                <a:solidFill>
                  <a:schemeClr val="tx1"/>
                </a:solidFill>
              </a:rPr>
              <a:t>f</a:t>
            </a:r>
            <a:r>
              <a:rPr lang="en-GB" sz="1200" dirty="0" smtClean="0">
                <a:solidFill>
                  <a:schemeClr val="tx1"/>
                </a:solidFill>
              </a:rPr>
              <a:t>rom</a:t>
            </a:r>
            <a:r>
              <a:rPr lang="en-GB" sz="1200" b="1" dirty="0" smtClean="0">
                <a:solidFill>
                  <a:schemeClr val="tx1"/>
                </a:solidFill>
              </a:rPr>
              <a:t> Mom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-5935591" y="57295074"/>
            <a:ext cx="2394033" cy="5503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b="1" dirty="0" smtClean="0">
                <a:solidFill>
                  <a:schemeClr val="tx1"/>
                </a:solidFill>
              </a:rPr>
              <a:t>New Message</a:t>
            </a:r>
          </a:p>
          <a:p>
            <a:r>
              <a:rPr lang="en-GB" sz="1200" dirty="0">
                <a:solidFill>
                  <a:schemeClr val="tx1"/>
                </a:solidFill>
              </a:rPr>
              <a:t>f</a:t>
            </a:r>
            <a:r>
              <a:rPr lang="en-GB" sz="1200" dirty="0" smtClean="0">
                <a:solidFill>
                  <a:schemeClr val="tx1"/>
                </a:solidFill>
              </a:rPr>
              <a:t>rom</a:t>
            </a:r>
            <a:r>
              <a:rPr lang="en-GB" sz="1200" b="1" dirty="0" smtClean="0">
                <a:solidFill>
                  <a:schemeClr val="tx1"/>
                </a:solidFill>
              </a:rPr>
              <a:t> Mom</a:t>
            </a:r>
            <a:endParaRPr lang="en-GB" sz="1200" b="1" dirty="0">
              <a:solidFill>
                <a:schemeClr val="tx1"/>
              </a:solidFill>
            </a:endParaRP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44550748" y="-26691348"/>
            <a:ext cx="27227096" cy="706038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932456" y="-22074755"/>
            <a:ext cx="27227096" cy="434682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590208" y="27779560"/>
            <a:ext cx="27227096" cy="2713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1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"/>
          <a:stretch/>
        </p:blipFill>
        <p:spPr>
          <a:xfrm>
            <a:off x="2302329" y="513943"/>
            <a:ext cx="5832000" cy="58301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40" y="-5360339"/>
            <a:ext cx="2853175" cy="490770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78333" y="-4802904"/>
            <a:ext cx="26175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6429" y="-5178608"/>
            <a:ext cx="709901" cy="344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Mom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6428" y="-4652152"/>
            <a:ext cx="2388292" cy="144779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200" b="1" dirty="0" smtClean="0">
                <a:solidFill>
                  <a:schemeClr val="tx1"/>
                </a:solidFill>
              </a:rPr>
              <a:t>Remember to do your chores while I’m at work.</a:t>
            </a:r>
            <a:endParaRPr lang="en-GB" sz="2200" b="1" dirty="0">
              <a:solidFill>
                <a:schemeClr val="tx1"/>
              </a:solidFill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899665" y="-3217383"/>
            <a:ext cx="250044" cy="249508"/>
          </a:xfrm>
          <a:custGeom>
            <a:avLst/>
            <a:gdLst>
              <a:gd name="connsiteX0" fmla="*/ 0 w 444137"/>
              <a:gd name="connsiteY0" fmla="*/ 0 h 600892"/>
              <a:gd name="connsiteX1" fmla="*/ 243840 w 444137"/>
              <a:gd name="connsiteY1" fmla="*/ 600892 h 600892"/>
              <a:gd name="connsiteX2" fmla="*/ 444137 w 444137"/>
              <a:gd name="connsiteY2" fmla="*/ 8709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4137" h="600892">
                <a:moveTo>
                  <a:pt x="0" y="0"/>
                </a:moveTo>
                <a:lnTo>
                  <a:pt x="243840" y="600892"/>
                </a:lnTo>
                <a:lnTo>
                  <a:pt x="444137" y="8709"/>
                </a:lnTo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ounded Rectangle 15"/>
          <p:cNvSpPr/>
          <p:nvPr/>
        </p:nvSpPr>
        <p:spPr>
          <a:xfrm>
            <a:off x="686427" y="-2825668"/>
            <a:ext cx="2388293" cy="143381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200" b="1" dirty="0" smtClean="0">
                <a:solidFill>
                  <a:schemeClr val="tx1"/>
                </a:solidFill>
              </a:rPr>
              <a:t>I’m almost home and you better be done with your chores.</a:t>
            </a:r>
            <a:endParaRPr lang="en-GB" sz="2200" b="1" dirty="0">
              <a:solidFill>
                <a:schemeClr val="tx1"/>
              </a:solidFill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899665" y="-1417905"/>
            <a:ext cx="250044" cy="249508"/>
          </a:xfrm>
          <a:custGeom>
            <a:avLst/>
            <a:gdLst>
              <a:gd name="connsiteX0" fmla="*/ 0 w 444137"/>
              <a:gd name="connsiteY0" fmla="*/ 0 h 600892"/>
              <a:gd name="connsiteX1" fmla="*/ 243840 w 444137"/>
              <a:gd name="connsiteY1" fmla="*/ 600892 h 600892"/>
              <a:gd name="connsiteX2" fmla="*/ 444137 w 444137"/>
              <a:gd name="connsiteY2" fmla="*/ 8709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4137" h="600892">
                <a:moveTo>
                  <a:pt x="0" y="0"/>
                </a:moveTo>
                <a:lnTo>
                  <a:pt x="243840" y="600892"/>
                </a:lnTo>
                <a:lnTo>
                  <a:pt x="444137" y="8709"/>
                </a:lnTo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741" y="975147"/>
            <a:ext cx="2853175" cy="490770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128" y="-5360339"/>
            <a:ext cx="7346317" cy="583437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114" y="3426868"/>
            <a:ext cx="5828281" cy="58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291" y="6818962"/>
            <a:ext cx="2853175" cy="4907705"/>
          </a:xfrm>
          <a:prstGeom prst="rect">
            <a:avLst/>
          </a:prstGeom>
        </p:spPr>
      </p:pic>
      <p:sp>
        <p:nvSpPr>
          <p:cNvPr id="5" name="Rounded Rectangular Callout 4"/>
          <p:cNvSpPr>
            <a:spLocks noChangeAspect="1"/>
          </p:cNvSpPr>
          <p:nvPr/>
        </p:nvSpPr>
        <p:spPr>
          <a:xfrm>
            <a:off x="5758354" y="8775948"/>
            <a:ext cx="1599713" cy="1071808"/>
          </a:xfrm>
          <a:prstGeom prst="wedgeRoundRectCallou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771787" y="511728"/>
            <a:ext cx="5444455" cy="544445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>
            <a:spLocks noChangeAspect="1"/>
          </p:cNvSpPr>
          <p:nvPr/>
        </p:nvSpPr>
        <p:spPr>
          <a:xfrm>
            <a:off x="5847010" y="10039928"/>
            <a:ext cx="1422400" cy="581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Messaging</a:t>
            </a:r>
          </a:p>
          <a:p>
            <a:pPr algn="ctr"/>
            <a:r>
              <a:rPr lang="en-GB" b="1" dirty="0" smtClean="0">
                <a:solidFill>
                  <a:schemeClr val="tx1"/>
                </a:solidFill>
              </a:rPr>
              <a:t>App</a:t>
            </a:r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281" y="8775948"/>
            <a:ext cx="1601193" cy="194771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426" y="780102"/>
            <a:ext cx="2853175" cy="49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7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200" y="5444200"/>
            <a:ext cx="5444200" cy="5444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4200" cy="5444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200" y="0"/>
            <a:ext cx="5444200" cy="5444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8400" y="0"/>
            <a:ext cx="5444200" cy="544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444200"/>
            <a:ext cx="5444200" cy="5444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8400" y="5444200"/>
            <a:ext cx="5444200" cy="54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70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0300" y="-2015200"/>
            <a:ext cx="16332600" cy="108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22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-766571" y="2847621"/>
            <a:ext cx="1266450" cy="1589503"/>
          </a:xfrm>
          <a:custGeom>
            <a:avLst/>
            <a:gdLst>
              <a:gd name="connsiteX0" fmla="*/ 1258348 w 1266450"/>
              <a:gd name="connsiteY0" fmla="*/ 1094552 h 1589503"/>
              <a:gd name="connsiteX1" fmla="*/ 1258348 w 1266450"/>
              <a:gd name="connsiteY1" fmla="*/ 1094552 h 1589503"/>
              <a:gd name="connsiteX2" fmla="*/ 1249959 w 1266450"/>
              <a:gd name="connsiteY2" fmla="*/ 1010662 h 1589503"/>
              <a:gd name="connsiteX3" fmla="*/ 1233181 w 1266450"/>
              <a:gd name="connsiteY3" fmla="*/ 985495 h 1589503"/>
              <a:gd name="connsiteX4" fmla="*/ 1224792 w 1266450"/>
              <a:gd name="connsiteY4" fmla="*/ 960328 h 1589503"/>
              <a:gd name="connsiteX5" fmla="*/ 1191236 w 1266450"/>
              <a:gd name="connsiteY5" fmla="*/ 826105 h 1589503"/>
              <a:gd name="connsiteX6" fmla="*/ 1166069 w 1266450"/>
              <a:gd name="connsiteY6" fmla="*/ 775771 h 1589503"/>
              <a:gd name="connsiteX7" fmla="*/ 1132513 w 1266450"/>
              <a:gd name="connsiteY7" fmla="*/ 725437 h 1589503"/>
              <a:gd name="connsiteX8" fmla="*/ 1115735 w 1266450"/>
              <a:gd name="connsiteY8" fmla="*/ 691881 h 1589503"/>
              <a:gd name="connsiteX9" fmla="*/ 1090568 w 1266450"/>
              <a:gd name="connsiteY9" fmla="*/ 658325 h 1589503"/>
              <a:gd name="connsiteX10" fmla="*/ 1073790 w 1266450"/>
              <a:gd name="connsiteY10" fmla="*/ 624769 h 1589503"/>
              <a:gd name="connsiteX11" fmla="*/ 1065401 w 1266450"/>
              <a:gd name="connsiteY11" fmla="*/ 599602 h 1589503"/>
              <a:gd name="connsiteX12" fmla="*/ 981512 w 1266450"/>
              <a:gd name="connsiteY12" fmla="*/ 524101 h 1589503"/>
              <a:gd name="connsiteX13" fmla="*/ 964734 w 1266450"/>
              <a:gd name="connsiteY13" fmla="*/ 490545 h 1589503"/>
              <a:gd name="connsiteX14" fmla="*/ 956345 w 1266450"/>
              <a:gd name="connsiteY14" fmla="*/ 465378 h 1589503"/>
              <a:gd name="connsiteX15" fmla="*/ 931178 w 1266450"/>
              <a:gd name="connsiteY15" fmla="*/ 440211 h 1589503"/>
              <a:gd name="connsiteX16" fmla="*/ 914400 w 1266450"/>
              <a:gd name="connsiteY16" fmla="*/ 381488 h 1589503"/>
              <a:gd name="connsiteX17" fmla="*/ 897622 w 1266450"/>
              <a:gd name="connsiteY17" fmla="*/ 347932 h 1589503"/>
              <a:gd name="connsiteX18" fmla="*/ 872455 w 1266450"/>
              <a:gd name="connsiteY18" fmla="*/ 297598 h 1589503"/>
              <a:gd name="connsiteX19" fmla="*/ 864066 w 1266450"/>
              <a:gd name="connsiteY19" fmla="*/ 247264 h 1589503"/>
              <a:gd name="connsiteX20" fmla="*/ 855677 w 1266450"/>
              <a:gd name="connsiteY20" fmla="*/ 222097 h 1589503"/>
              <a:gd name="connsiteX21" fmla="*/ 847288 w 1266450"/>
              <a:gd name="connsiteY21" fmla="*/ 171763 h 1589503"/>
              <a:gd name="connsiteX22" fmla="*/ 838899 w 1266450"/>
              <a:gd name="connsiteY22" fmla="*/ 113040 h 1589503"/>
              <a:gd name="connsiteX23" fmla="*/ 796954 w 1266450"/>
              <a:gd name="connsiteY23" fmla="*/ 62706 h 1589503"/>
              <a:gd name="connsiteX24" fmla="*/ 780176 w 1266450"/>
              <a:gd name="connsiteY24" fmla="*/ 37539 h 1589503"/>
              <a:gd name="connsiteX25" fmla="*/ 771787 w 1266450"/>
              <a:gd name="connsiteY25" fmla="*/ 12372 h 1589503"/>
              <a:gd name="connsiteX26" fmla="*/ 729842 w 1266450"/>
              <a:gd name="connsiteY26" fmla="*/ 3983 h 1589503"/>
              <a:gd name="connsiteX27" fmla="*/ 528506 w 1266450"/>
              <a:gd name="connsiteY27" fmla="*/ 29150 h 1589503"/>
              <a:gd name="connsiteX28" fmla="*/ 503339 w 1266450"/>
              <a:gd name="connsiteY28" fmla="*/ 54317 h 1589503"/>
              <a:gd name="connsiteX29" fmla="*/ 494950 w 1266450"/>
              <a:gd name="connsiteY29" fmla="*/ 87873 h 1589503"/>
              <a:gd name="connsiteX30" fmla="*/ 486561 w 1266450"/>
              <a:gd name="connsiteY30" fmla="*/ 129818 h 1589503"/>
              <a:gd name="connsiteX31" fmla="*/ 478172 w 1266450"/>
              <a:gd name="connsiteY31" fmla="*/ 154985 h 1589503"/>
              <a:gd name="connsiteX32" fmla="*/ 469783 w 1266450"/>
              <a:gd name="connsiteY32" fmla="*/ 188541 h 1589503"/>
              <a:gd name="connsiteX33" fmla="*/ 461394 w 1266450"/>
              <a:gd name="connsiteY33" fmla="*/ 264042 h 1589503"/>
              <a:gd name="connsiteX34" fmla="*/ 453005 w 1266450"/>
              <a:gd name="connsiteY34" fmla="*/ 289209 h 1589503"/>
              <a:gd name="connsiteX35" fmla="*/ 461394 w 1266450"/>
              <a:gd name="connsiteY35" fmla="*/ 524101 h 1589503"/>
              <a:gd name="connsiteX36" fmla="*/ 478172 w 1266450"/>
              <a:gd name="connsiteY36" fmla="*/ 574435 h 1589503"/>
              <a:gd name="connsiteX37" fmla="*/ 486561 w 1266450"/>
              <a:gd name="connsiteY37" fmla="*/ 599602 h 1589503"/>
              <a:gd name="connsiteX38" fmla="*/ 494950 w 1266450"/>
              <a:gd name="connsiteY38" fmla="*/ 624769 h 1589503"/>
              <a:gd name="connsiteX39" fmla="*/ 503339 w 1266450"/>
              <a:gd name="connsiteY39" fmla="*/ 658325 h 1589503"/>
              <a:gd name="connsiteX40" fmla="*/ 536895 w 1266450"/>
              <a:gd name="connsiteY40" fmla="*/ 708659 h 1589503"/>
              <a:gd name="connsiteX41" fmla="*/ 562062 w 1266450"/>
              <a:gd name="connsiteY41" fmla="*/ 725437 h 1589503"/>
              <a:gd name="connsiteX42" fmla="*/ 629174 w 1266450"/>
              <a:gd name="connsiteY42" fmla="*/ 800938 h 1589503"/>
              <a:gd name="connsiteX43" fmla="*/ 637563 w 1266450"/>
              <a:gd name="connsiteY43" fmla="*/ 826105 h 1589503"/>
              <a:gd name="connsiteX44" fmla="*/ 629174 w 1266450"/>
              <a:gd name="connsiteY44" fmla="*/ 842882 h 1589503"/>
              <a:gd name="connsiteX45" fmla="*/ 612396 w 1266450"/>
              <a:gd name="connsiteY45" fmla="*/ 817716 h 1589503"/>
              <a:gd name="connsiteX46" fmla="*/ 536895 w 1266450"/>
              <a:gd name="connsiteY46" fmla="*/ 750604 h 1589503"/>
              <a:gd name="connsiteX47" fmla="*/ 511728 w 1266450"/>
              <a:gd name="connsiteY47" fmla="*/ 700270 h 1589503"/>
              <a:gd name="connsiteX48" fmla="*/ 494950 w 1266450"/>
              <a:gd name="connsiteY48" fmla="*/ 649936 h 1589503"/>
              <a:gd name="connsiteX49" fmla="*/ 461394 w 1266450"/>
              <a:gd name="connsiteY49" fmla="*/ 591213 h 1589503"/>
              <a:gd name="connsiteX50" fmla="*/ 436227 w 1266450"/>
              <a:gd name="connsiteY50" fmla="*/ 490545 h 1589503"/>
              <a:gd name="connsiteX51" fmla="*/ 402671 w 1266450"/>
              <a:gd name="connsiteY51" fmla="*/ 440211 h 1589503"/>
              <a:gd name="connsiteX52" fmla="*/ 385893 w 1266450"/>
              <a:gd name="connsiteY52" fmla="*/ 406655 h 1589503"/>
              <a:gd name="connsiteX53" fmla="*/ 377504 w 1266450"/>
              <a:gd name="connsiteY53" fmla="*/ 381488 h 1589503"/>
              <a:gd name="connsiteX54" fmla="*/ 352337 w 1266450"/>
              <a:gd name="connsiteY54" fmla="*/ 347932 h 1589503"/>
              <a:gd name="connsiteX55" fmla="*/ 318781 w 1266450"/>
              <a:gd name="connsiteY55" fmla="*/ 305987 h 1589503"/>
              <a:gd name="connsiteX56" fmla="*/ 276836 w 1266450"/>
              <a:gd name="connsiteY56" fmla="*/ 264042 h 1589503"/>
              <a:gd name="connsiteX57" fmla="*/ 226502 w 1266450"/>
              <a:gd name="connsiteY57" fmla="*/ 247264 h 1589503"/>
              <a:gd name="connsiteX58" fmla="*/ 184557 w 1266450"/>
              <a:gd name="connsiteY58" fmla="*/ 280820 h 1589503"/>
              <a:gd name="connsiteX59" fmla="*/ 167779 w 1266450"/>
              <a:gd name="connsiteY59" fmla="*/ 331154 h 1589503"/>
              <a:gd name="connsiteX60" fmla="*/ 176168 w 1266450"/>
              <a:gd name="connsiteY60" fmla="*/ 733826 h 1589503"/>
              <a:gd name="connsiteX61" fmla="*/ 192946 w 1266450"/>
              <a:gd name="connsiteY61" fmla="*/ 758993 h 1589503"/>
              <a:gd name="connsiteX62" fmla="*/ 226502 w 1266450"/>
              <a:gd name="connsiteY62" fmla="*/ 834493 h 1589503"/>
              <a:gd name="connsiteX63" fmla="*/ 243280 w 1266450"/>
              <a:gd name="connsiteY63" fmla="*/ 884827 h 1589503"/>
              <a:gd name="connsiteX64" fmla="*/ 276836 w 1266450"/>
              <a:gd name="connsiteY64" fmla="*/ 935161 h 1589503"/>
              <a:gd name="connsiteX65" fmla="*/ 318781 w 1266450"/>
              <a:gd name="connsiteY65" fmla="*/ 1010662 h 1589503"/>
              <a:gd name="connsiteX66" fmla="*/ 335559 w 1266450"/>
              <a:gd name="connsiteY66" fmla="*/ 1035829 h 1589503"/>
              <a:gd name="connsiteX67" fmla="*/ 343948 w 1266450"/>
              <a:gd name="connsiteY67" fmla="*/ 1060996 h 1589503"/>
              <a:gd name="connsiteX68" fmla="*/ 394282 w 1266450"/>
              <a:gd name="connsiteY68" fmla="*/ 1102941 h 1589503"/>
              <a:gd name="connsiteX69" fmla="*/ 427838 w 1266450"/>
              <a:gd name="connsiteY69" fmla="*/ 1136497 h 1589503"/>
              <a:gd name="connsiteX70" fmla="*/ 453005 w 1266450"/>
              <a:gd name="connsiteY70" fmla="*/ 1186831 h 1589503"/>
              <a:gd name="connsiteX71" fmla="*/ 494950 w 1266450"/>
              <a:gd name="connsiteY71" fmla="*/ 1228776 h 1589503"/>
              <a:gd name="connsiteX72" fmla="*/ 511728 w 1266450"/>
              <a:gd name="connsiteY72" fmla="*/ 1253943 h 1589503"/>
              <a:gd name="connsiteX73" fmla="*/ 536895 w 1266450"/>
              <a:gd name="connsiteY73" fmla="*/ 1262332 h 1589503"/>
              <a:gd name="connsiteX74" fmla="*/ 494950 w 1266450"/>
              <a:gd name="connsiteY74" fmla="*/ 1253943 h 1589503"/>
              <a:gd name="connsiteX75" fmla="*/ 469783 w 1266450"/>
              <a:gd name="connsiteY75" fmla="*/ 1228776 h 1589503"/>
              <a:gd name="connsiteX76" fmla="*/ 444616 w 1266450"/>
              <a:gd name="connsiteY76" fmla="*/ 1211998 h 1589503"/>
              <a:gd name="connsiteX77" fmla="*/ 385893 w 1266450"/>
              <a:gd name="connsiteY77" fmla="*/ 1153275 h 1589503"/>
              <a:gd name="connsiteX78" fmla="*/ 352337 w 1266450"/>
              <a:gd name="connsiteY78" fmla="*/ 1102941 h 1589503"/>
              <a:gd name="connsiteX79" fmla="*/ 318781 w 1266450"/>
              <a:gd name="connsiteY79" fmla="*/ 1060996 h 1589503"/>
              <a:gd name="connsiteX80" fmla="*/ 302003 w 1266450"/>
              <a:gd name="connsiteY80" fmla="*/ 1035829 h 1589503"/>
              <a:gd name="connsiteX81" fmla="*/ 285225 w 1266450"/>
              <a:gd name="connsiteY81" fmla="*/ 985495 h 1589503"/>
              <a:gd name="connsiteX82" fmla="*/ 260058 w 1266450"/>
              <a:gd name="connsiteY82" fmla="*/ 968717 h 1589503"/>
              <a:gd name="connsiteX83" fmla="*/ 234891 w 1266450"/>
              <a:gd name="connsiteY83" fmla="*/ 901605 h 1589503"/>
              <a:gd name="connsiteX84" fmla="*/ 218113 w 1266450"/>
              <a:gd name="connsiteY84" fmla="*/ 876438 h 1589503"/>
              <a:gd name="connsiteX85" fmla="*/ 192946 w 1266450"/>
              <a:gd name="connsiteY85" fmla="*/ 859660 h 1589503"/>
              <a:gd name="connsiteX86" fmla="*/ 176168 w 1266450"/>
              <a:gd name="connsiteY86" fmla="*/ 834493 h 1589503"/>
              <a:gd name="connsiteX87" fmla="*/ 151001 w 1266450"/>
              <a:gd name="connsiteY87" fmla="*/ 809327 h 1589503"/>
              <a:gd name="connsiteX88" fmla="*/ 142612 w 1266450"/>
              <a:gd name="connsiteY88" fmla="*/ 784160 h 1589503"/>
              <a:gd name="connsiteX89" fmla="*/ 125834 w 1266450"/>
              <a:gd name="connsiteY89" fmla="*/ 758993 h 1589503"/>
              <a:gd name="connsiteX90" fmla="*/ 25167 w 1266450"/>
              <a:gd name="connsiteY90" fmla="*/ 767382 h 1589503"/>
              <a:gd name="connsiteX91" fmla="*/ 16778 w 1266450"/>
              <a:gd name="connsiteY91" fmla="*/ 868049 h 1589503"/>
              <a:gd name="connsiteX92" fmla="*/ 0 w 1266450"/>
              <a:gd name="connsiteY92" fmla="*/ 918383 h 1589503"/>
              <a:gd name="connsiteX93" fmla="*/ 8389 w 1266450"/>
              <a:gd name="connsiteY93" fmla="*/ 1170053 h 1589503"/>
              <a:gd name="connsiteX94" fmla="*/ 16778 w 1266450"/>
              <a:gd name="connsiteY94" fmla="*/ 1211998 h 1589503"/>
              <a:gd name="connsiteX95" fmla="*/ 50334 w 1266450"/>
              <a:gd name="connsiteY95" fmla="*/ 1262332 h 1589503"/>
              <a:gd name="connsiteX96" fmla="*/ 83889 w 1266450"/>
              <a:gd name="connsiteY96" fmla="*/ 1304277 h 1589503"/>
              <a:gd name="connsiteX97" fmla="*/ 109056 w 1266450"/>
              <a:gd name="connsiteY97" fmla="*/ 1371389 h 1589503"/>
              <a:gd name="connsiteX98" fmla="*/ 117445 w 1266450"/>
              <a:gd name="connsiteY98" fmla="*/ 1396556 h 1589503"/>
              <a:gd name="connsiteX99" fmla="*/ 159390 w 1266450"/>
              <a:gd name="connsiteY99" fmla="*/ 1446890 h 1589503"/>
              <a:gd name="connsiteX100" fmla="*/ 184557 w 1266450"/>
              <a:gd name="connsiteY100" fmla="*/ 1463668 h 1589503"/>
              <a:gd name="connsiteX101" fmla="*/ 209724 w 1266450"/>
              <a:gd name="connsiteY101" fmla="*/ 1514002 h 1589503"/>
              <a:gd name="connsiteX102" fmla="*/ 260058 w 1266450"/>
              <a:gd name="connsiteY102" fmla="*/ 1530780 h 1589503"/>
              <a:gd name="connsiteX103" fmla="*/ 310392 w 1266450"/>
              <a:gd name="connsiteY103" fmla="*/ 1564336 h 1589503"/>
              <a:gd name="connsiteX104" fmla="*/ 343948 w 1266450"/>
              <a:gd name="connsiteY104" fmla="*/ 1572725 h 1589503"/>
              <a:gd name="connsiteX105" fmla="*/ 369115 w 1266450"/>
              <a:gd name="connsiteY105" fmla="*/ 1581114 h 1589503"/>
              <a:gd name="connsiteX106" fmla="*/ 545284 w 1266450"/>
              <a:gd name="connsiteY106" fmla="*/ 1589503 h 1589503"/>
              <a:gd name="connsiteX107" fmla="*/ 755009 w 1266450"/>
              <a:gd name="connsiteY107" fmla="*/ 1581114 h 1589503"/>
              <a:gd name="connsiteX108" fmla="*/ 780176 w 1266450"/>
              <a:gd name="connsiteY108" fmla="*/ 1572725 h 1589503"/>
              <a:gd name="connsiteX109" fmla="*/ 830510 w 1266450"/>
              <a:gd name="connsiteY109" fmla="*/ 1564336 h 1589503"/>
              <a:gd name="connsiteX110" fmla="*/ 880844 w 1266450"/>
              <a:gd name="connsiteY110" fmla="*/ 1547558 h 1589503"/>
              <a:gd name="connsiteX111" fmla="*/ 931178 w 1266450"/>
              <a:gd name="connsiteY111" fmla="*/ 1514002 h 1589503"/>
              <a:gd name="connsiteX112" fmla="*/ 956345 w 1266450"/>
              <a:gd name="connsiteY112" fmla="*/ 1497224 h 1589503"/>
              <a:gd name="connsiteX113" fmla="*/ 1015067 w 1266450"/>
              <a:gd name="connsiteY113" fmla="*/ 1488835 h 1589503"/>
              <a:gd name="connsiteX114" fmla="*/ 1040234 w 1266450"/>
              <a:gd name="connsiteY114" fmla="*/ 1472057 h 1589503"/>
              <a:gd name="connsiteX115" fmla="*/ 1065401 w 1266450"/>
              <a:gd name="connsiteY115" fmla="*/ 1446890 h 1589503"/>
              <a:gd name="connsiteX116" fmla="*/ 1090568 w 1266450"/>
              <a:gd name="connsiteY116" fmla="*/ 1438501 h 1589503"/>
              <a:gd name="connsiteX117" fmla="*/ 1140902 w 1266450"/>
              <a:gd name="connsiteY117" fmla="*/ 1396556 h 1589503"/>
              <a:gd name="connsiteX118" fmla="*/ 1199625 w 1266450"/>
              <a:gd name="connsiteY118" fmla="*/ 1379778 h 1589503"/>
              <a:gd name="connsiteX119" fmla="*/ 1249959 w 1266450"/>
              <a:gd name="connsiteY119" fmla="*/ 1363000 h 1589503"/>
              <a:gd name="connsiteX120" fmla="*/ 1258348 w 1266450"/>
              <a:gd name="connsiteY120" fmla="*/ 1094552 h 1589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66450" h="1589503">
                <a:moveTo>
                  <a:pt x="1258348" y="1094552"/>
                </a:moveTo>
                <a:lnTo>
                  <a:pt x="1258348" y="1094552"/>
                </a:lnTo>
                <a:cubicBezTo>
                  <a:pt x="1255552" y="1066589"/>
                  <a:pt x="1256278" y="1038045"/>
                  <a:pt x="1249959" y="1010662"/>
                </a:cubicBezTo>
                <a:cubicBezTo>
                  <a:pt x="1247692" y="1000838"/>
                  <a:pt x="1237690" y="994513"/>
                  <a:pt x="1233181" y="985495"/>
                </a:cubicBezTo>
                <a:cubicBezTo>
                  <a:pt x="1229226" y="977586"/>
                  <a:pt x="1226780" y="968944"/>
                  <a:pt x="1224792" y="960328"/>
                </a:cubicBezTo>
                <a:cubicBezTo>
                  <a:pt x="1221802" y="947372"/>
                  <a:pt x="1206330" y="848746"/>
                  <a:pt x="1191236" y="826105"/>
                </a:cubicBezTo>
                <a:cubicBezTo>
                  <a:pt x="1116752" y="714379"/>
                  <a:pt x="1223956" y="879967"/>
                  <a:pt x="1166069" y="775771"/>
                </a:cubicBezTo>
                <a:cubicBezTo>
                  <a:pt x="1156276" y="758144"/>
                  <a:pt x="1141531" y="743473"/>
                  <a:pt x="1132513" y="725437"/>
                </a:cubicBezTo>
                <a:cubicBezTo>
                  <a:pt x="1126920" y="714252"/>
                  <a:pt x="1122363" y="702486"/>
                  <a:pt x="1115735" y="691881"/>
                </a:cubicBezTo>
                <a:cubicBezTo>
                  <a:pt x="1108325" y="680025"/>
                  <a:pt x="1097978" y="670181"/>
                  <a:pt x="1090568" y="658325"/>
                </a:cubicBezTo>
                <a:cubicBezTo>
                  <a:pt x="1083940" y="647720"/>
                  <a:pt x="1078716" y="636263"/>
                  <a:pt x="1073790" y="624769"/>
                </a:cubicBezTo>
                <a:cubicBezTo>
                  <a:pt x="1070307" y="616641"/>
                  <a:pt x="1070925" y="606507"/>
                  <a:pt x="1065401" y="599602"/>
                </a:cubicBezTo>
                <a:cubicBezTo>
                  <a:pt x="1027773" y="552566"/>
                  <a:pt x="1019432" y="549382"/>
                  <a:pt x="981512" y="524101"/>
                </a:cubicBezTo>
                <a:cubicBezTo>
                  <a:pt x="975919" y="512916"/>
                  <a:pt x="969660" y="502039"/>
                  <a:pt x="964734" y="490545"/>
                </a:cubicBezTo>
                <a:cubicBezTo>
                  <a:pt x="961251" y="482417"/>
                  <a:pt x="961250" y="472736"/>
                  <a:pt x="956345" y="465378"/>
                </a:cubicBezTo>
                <a:cubicBezTo>
                  <a:pt x="949764" y="455507"/>
                  <a:pt x="939567" y="448600"/>
                  <a:pt x="931178" y="440211"/>
                </a:cubicBezTo>
                <a:cubicBezTo>
                  <a:pt x="926921" y="423183"/>
                  <a:pt x="921621" y="398337"/>
                  <a:pt x="914400" y="381488"/>
                </a:cubicBezTo>
                <a:cubicBezTo>
                  <a:pt x="909474" y="369994"/>
                  <a:pt x="902548" y="359426"/>
                  <a:pt x="897622" y="347932"/>
                </a:cubicBezTo>
                <a:cubicBezTo>
                  <a:pt x="876783" y="299307"/>
                  <a:pt x="904698" y="345963"/>
                  <a:pt x="872455" y="297598"/>
                </a:cubicBezTo>
                <a:cubicBezTo>
                  <a:pt x="869659" y="280820"/>
                  <a:pt x="867756" y="263868"/>
                  <a:pt x="864066" y="247264"/>
                </a:cubicBezTo>
                <a:cubicBezTo>
                  <a:pt x="862148" y="238632"/>
                  <a:pt x="857595" y="230729"/>
                  <a:pt x="855677" y="222097"/>
                </a:cubicBezTo>
                <a:cubicBezTo>
                  <a:pt x="851987" y="205493"/>
                  <a:pt x="849874" y="188575"/>
                  <a:pt x="847288" y="171763"/>
                </a:cubicBezTo>
                <a:cubicBezTo>
                  <a:pt x="844281" y="152220"/>
                  <a:pt x="844581" y="131979"/>
                  <a:pt x="838899" y="113040"/>
                </a:cubicBezTo>
                <a:cubicBezTo>
                  <a:pt x="833041" y="93513"/>
                  <a:pt x="808657" y="76750"/>
                  <a:pt x="796954" y="62706"/>
                </a:cubicBezTo>
                <a:cubicBezTo>
                  <a:pt x="790499" y="54961"/>
                  <a:pt x="784685" y="46557"/>
                  <a:pt x="780176" y="37539"/>
                </a:cubicBezTo>
                <a:cubicBezTo>
                  <a:pt x="776221" y="29630"/>
                  <a:pt x="779145" y="17277"/>
                  <a:pt x="771787" y="12372"/>
                </a:cubicBezTo>
                <a:cubicBezTo>
                  <a:pt x="759923" y="4463"/>
                  <a:pt x="743824" y="6779"/>
                  <a:pt x="729842" y="3983"/>
                </a:cubicBezTo>
                <a:cubicBezTo>
                  <a:pt x="635233" y="8488"/>
                  <a:pt x="586874" y="-19490"/>
                  <a:pt x="528506" y="29150"/>
                </a:cubicBezTo>
                <a:cubicBezTo>
                  <a:pt x="519392" y="36745"/>
                  <a:pt x="511728" y="45928"/>
                  <a:pt x="503339" y="54317"/>
                </a:cubicBezTo>
                <a:cubicBezTo>
                  <a:pt x="500543" y="65502"/>
                  <a:pt x="497451" y="76618"/>
                  <a:pt x="494950" y="87873"/>
                </a:cubicBezTo>
                <a:cubicBezTo>
                  <a:pt x="491857" y="101792"/>
                  <a:pt x="490019" y="115985"/>
                  <a:pt x="486561" y="129818"/>
                </a:cubicBezTo>
                <a:cubicBezTo>
                  <a:pt x="484416" y="138397"/>
                  <a:pt x="480601" y="146482"/>
                  <a:pt x="478172" y="154985"/>
                </a:cubicBezTo>
                <a:cubicBezTo>
                  <a:pt x="475005" y="166071"/>
                  <a:pt x="472579" y="177356"/>
                  <a:pt x="469783" y="188541"/>
                </a:cubicBezTo>
                <a:cubicBezTo>
                  <a:pt x="466987" y="213708"/>
                  <a:pt x="465557" y="239065"/>
                  <a:pt x="461394" y="264042"/>
                </a:cubicBezTo>
                <a:cubicBezTo>
                  <a:pt x="459940" y="272764"/>
                  <a:pt x="453005" y="280366"/>
                  <a:pt x="453005" y="289209"/>
                </a:cubicBezTo>
                <a:cubicBezTo>
                  <a:pt x="453005" y="367556"/>
                  <a:pt x="454508" y="446057"/>
                  <a:pt x="461394" y="524101"/>
                </a:cubicBezTo>
                <a:cubicBezTo>
                  <a:pt x="462948" y="541718"/>
                  <a:pt x="472579" y="557657"/>
                  <a:pt x="478172" y="574435"/>
                </a:cubicBezTo>
                <a:lnTo>
                  <a:pt x="486561" y="599602"/>
                </a:lnTo>
                <a:cubicBezTo>
                  <a:pt x="489357" y="607991"/>
                  <a:pt x="492805" y="616190"/>
                  <a:pt x="494950" y="624769"/>
                </a:cubicBezTo>
                <a:cubicBezTo>
                  <a:pt x="497746" y="635954"/>
                  <a:pt x="498183" y="648013"/>
                  <a:pt x="503339" y="658325"/>
                </a:cubicBezTo>
                <a:cubicBezTo>
                  <a:pt x="512357" y="676361"/>
                  <a:pt x="520117" y="697474"/>
                  <a:pt x="536895" y="708659"/>
                </a:cubicBezTo>
                <a:cubicBezTo>
                  <a:pt x="545284" y="714252"/>
                  <a:pt x="553858" y="719577"/>
                  <a:pt x="562062" y="725437"/>
                </a:cubicBezTo>
                <a:cubicBezTo>
                  <a:pt x="592175" y="746947"/>
                  <a:pt x="616093" y="761694"/>
                  <a:pt x="629174" y="800938"/>
                </a:cubicBezTo>
                <a:cubicBezTo>
                  <a:pt x="631970" y="809327"/>
                  <a:pt x="633608" y="818196"/>
                  <a:pt x="637563" y="826105"/>
                </a:cubicBezTo>
                <a:cubicBezTo>
                  <a:pt x="652741" y="856460"/>
                  <a:pt x="669611" y="856361"/>
                  <a:pt x="629174" y="842882"/>
                </a:cubicBezTo>
                <a:cubicBezTo>
                  <a:pt x="623581" y="834493"/>
                  <a:pt x="619094" y="825251"/>
                  <a:pt x="612396" y="817716"/>
                </a:cubicBezTo>
                <a:cubicBezTo>
                  <a:pt x="570603" y="770700"/>
                  <a:pt x="575146" y="776105"/>
                  <a:pt x="536895" y="750604"/>
                </a:cubicBezTo>
                <a:cubicBezTo>
                  <a:pt x="506300" y="658820"/>
                  <a:pt x="555094" y="797844"/>
                  <a:pt x="511728" y="700270"/>
                </a:cubicBezTo>
                <a:cubicBezTo>
                  <a:pt x="504545" y="684109"/>
                  <a:pt x="502859" y="665754"/>
                  <a:pt x="494950" y="649936"/>
                </a:cubicBezTo>
                <a:cubicBezTo>
                  <a:pt x="473663" y="607362"/>
                  <a:pt x="485109" y="626785"/>
                  <a:pt x="461394" y="591213"/>
                </a:cubicBezTo>
                <a:cubicBezTo>
                  <a:pt x="457201" y="566054"/>
                  <a:pt x="450998" y="512702"/>
                  <a:pt x="436227" y="490545"/>
                </a:cubicBezTo>
                <a:cubicBezTo>
                  <a:pt x="425042" y="473767"/>
                  <a:pt x="411689" y="458247"/>
                  <a:pt x="402671" y="440211"/>
                </a:cubicBezTo>
                <a:cubicBezTo>
                  <a:pt x="397078" y="429026"/>
                  <a:pt x="390819" y="418149"/>
                  <a:pt x="385893" y="406655"/>
                </a:cubicBezTo>
                <a:cubicBezTo>
                  <a:pt x="382410" y="398527"/>
                  <a:pt x="381891" y="389166"/>
                  <a:pt x="377504" y="381488"/>
                </a:cubicBezTo>
                <a:cubicBezTo>
                  <a:pt x="370567" y="369349"/>
                  <a:pt x="360726" y="359117"/>
                  <a:pt x="352337" y="347932"/>
                </a:cubicBezTo>
                <a:cubicBezTo>
                  <a:pt x="336005" y="298937"/>
                  <a:pt x="356726" y="343932"/>
                  <a:pt x="318781" y="305987"/>
                </a:cubicBezTo>
                <a:cubicBezTo>
                  <a:pt x="289699" y="276905"/>
                  <a:pt x="317103" y="281939"/>
                  <a:pt x="276836" y="264042"/>
                </a:cubicBezTo>
                <a:cubicBezTo>
                  <a:pt x="260675" y="256859"/>
                  <a:pt x="226502" y="247264"/>
                  <a:pt x="226502" y="247264"/>
                </a:cubicBezTo>
                <a:cubicBezTo>
                  <a:pt x="199212" y="256361"/>
                  <a:pt x="197755" y="251124"/>
                  <a:pt x="184557" y="280820"/>
                </a:cubicBezTo>
                <a:cubicBezTo>
                  <a:pt x="177374" y="296981"/>
                  <a:pt x="167779" y="331154"/>
                  <a:pt x="167779" y="331154"/>
                </a:cubicBezTo>
                <a:cubicBezTo>
                  <a:pt x="170575" y="465378"/>
                  <a:pt x="168284" y="599805"/>
                  <a:pt x="176168" y="733826"/>
                </a:cubicBezTo>
                <a:cubicBezTo>
                  <a:pt x="176760" y="743891"/>
                  <a:pt x="189758" y="749428"/>
                  <a:pt x="192946" y="758993"/>
                </a:cubicBezTo>
                <a:cubicBezTo>
                  <a:pt x="218794" y="836537"/>
                  <a:pt x="178490" y="786483"/>
                  <a:pt x="226502" y="834493"/>
                </a:cubicBezTo>
                <a:cubicBezTo>
                  <a:pt x="232095" y="851271"/>
                  <a:pt x="233470" y="870112"/>
                  <a:pt x="243280" y="884827"/>
                </a:cubicBezTo>
                <a:cubicBezTo>
                  <a:pt x="254465" y="901605"/>
                  <a:pt x="270459" y="916031"/>
                  <a:pt x="276836" y="935161"/>
                </a:cubicBezTo>
                <a:cubicBezTo>
                  <a:pt x="291602" y="979458"/>
                  <a:pt x="280320" y="952970"/>
                  <a:pt x="318781" y="1010662"/>
                </a:cubicBezTo>
                <a:cubicBezTo>
                  <a:pt x="324374" y="1019051"/>
                  <a:pt x="332371" y="1026264"/>
                  <a:pt x="335559" y="1035829"/>
                </a:cubicBezTo>
                <a:cubicBezTo>
                  <a:pt x="338355" y="1044218"/>
                  <a:pt x="339043" y="1053638"/>
                  <a:pt x="343948" y="1060996"/>
                </a:cubicBezTo>
                <a:cubicBezTo>
                  <a:pt x="356867" y="1080374"/>
                  <a:pt x="375712" y="1090561"/>
                  <a:pt x="394282" y="1102941"/>
                </a:cubicBezTo>
                <a:cubicBezTo>
                  <a:pt x="412585" y="1157851"/>
                  <a:pt x="387164" y="1103958"/>
                  <a:pt x="427838" y="1136497"/>
                </a:cubicBezTo>
                <a:cubicBezTo>
                  <a:pt x="447873" y="1152525"/>
                  <a:pt x="442873" y="1166568"/>
                  <a:pt x="453005" y="1186831"/>
                </a:cubicBezTo>
                <a:cubicBezTo>
                  <a:pt x="466987" y="1214794"/>
                  <a:pt x="469783" y="1211998"/>
                  <a:pt x="494950" y="1228776"/>
                </a:cubicBezTo>
                <a:cubicBezTo>
                  <a:pt x="500543" y="1237165"/>
                  <a:pt x="503855" y="1247645"/>
                  <a:pt x="511728" y="1253943"/>
                </a:cubicBezTo>
                <a:cubicBezTo>
                  <a:pt x="518633" y="1259467"/>
                  <a:pt x="545738" y="1262332"/>
                  <a:pt x="536895" y="1262332"/>
                </a:cubicBezTo>
                <a:cubicBezTo>
                  <a:pt x="522636" y="1262332"/>
                  <a:pt x="508932" y="1256739"/>
                  <a:pt x="494950" y="1253943"/>
                </a:cubicBezTo>
                <a:cubicBezTo>
                  <a:pt x="486561" y="1245554"/>
                  <a:pt x="478897" y="1236371"/>
                  <a:pt x="469783" y="1228776"/>
                </a:cubicBezTo>
                <a:cubicBezTo>
                  <a:pt x="462038" y="1222321"/>
                  <a:pt x="451255" y="1219586"/>
                  <a:pt x="444616" y="1211998"/>
                </a:cubicBezTo>
                <a:cubicBezTo>
                  <a:pt x="389187" y="1148650"/>
                  <a:pt x="437631" y="1170521"/>
                  <a:pt x="385893" y="1153275"/>
                </a:cubicBezTo>
                <a:cubicBezTo>
                  <a:pt x="365946" y="1093434"/>
                  <a:pt x="394230" y="1165781"/>
                  <a:pt x="352337" y="1102941"/>
                </a:cubicBezTo>
                <a:cubicBezTo>
                  <a:pt x="319921" y="1054316"/>
                  <a:pt x="375066" y="1098519"/>
                  <a:pt x="318781" y="1060996"/>
                </a:cubicBezTo>
                <a:cubicBezTo>
                  <a:pt x="313188" y="1052607"/>
                  <a:pt x="306098" y="1045042"/>
                  <a:pt x="302003" y="1035829"/>
                </a:cubicBezTo>
                <a:cubicBezTo>
                  <a:pt x="294820" y="1019668"/>
                  <a:pt x="299940" y="995305"/>
                  <a:pt x="285225" y="985495"/>
                </a:cubicBezTo>
                <a:lnTo>
                  <a:pt x="260058" y="968717"/>
                </a:lnTo>
                <a:cubicBezTo>
                  <a:pt x="252797" y="946935"/>
                  <a:pt x="244922" y="921667"/>
                  <a:pt x="234891" y="901605"/>
                </a:cubicBezTo>
                <a:cubicBezTo>
                  <a:pt x="230382" y="892587"/>
                  <a:pt x="225242" y="883567"/>
                  <a:pt x="218113" y="876438"/>
                </a:cubicBezTo>
                <a:cubicBezTo>
                  <a:pt x="210984" y="869309"/>
                  <a:pt x="201335" y="865253"/>
                  <a:pt x="192946" y="859660"/>
                </a:cubicBezTo>
                <a:cubicBezTo>
                  <a:pt x="187353" y="851271"/>
                  <a:pt x="182623" y="842238"/>
                  <a:pt x="176168" y="834493"/>
                </a:cubicBezTo>
                <a:cubicBezTo>
                  <a:pt x="168573" y="825379"/>
                  <a:pt x="157582" y="819198"/>
                  <a:pt x="151001" y="809327"/>
                </a:cubicBezTo>
                <a:cubicBezTo>
                  <a:pt x="146096" y="801969"/>
                  <a:pt x="146567" y="792069"/>
                  <a:pt x="142612" y="784160"/>
                </a:cubicBezTo>
                <a:cubicBezTo>
                  <a:pt x="138103" y="775142"/>
                  <a:pt x="131427" y="767382"/>
                  <a:pt x="125834" y="758993"/>
                </a:cubicBezTo>
                <a:cubicBezTo>
                  <a:pt x="92278" y="761789"/>
                  <a:pt x="48977" y="743572"/>
                  <a:pt x="25167" y="767382"/>
                </a:cubicBezTo>
                <a:cubicBezTo>
                  <a:pt x="1357" y="791192"/>
                  <a:pt x="22314" y="834835"/>
                  <a:pt x="16778" y="868049"/>
                </a:cubicBezTo>
                <a:cubicBezTo>
                  <a:pt x="13870" y="885494"/>
                  <a:pt x="0" y="918383"/>
                  <a:pt x="0" y="918383"/>
                </a:cubicBezTo>
                <a:cubicBezTo>
                  <a:pt x="2796" y="1002273"/>
                  <a:pt x="3600" y="1086253"/>
                  <a:pt x="8389" y="1170053"/>
                </a:cubicBezTo>
                <a:cubicBezTo>
                  <a:pt x="9202" y="1184288"/>
                  <a:pt x="10878" y="1199017"/>
                  <a:pt x="16778" y="1211998"/>
                </a:cubicBezTo>
                <a:cubicBezTo>
                  <a:pt x="25122" y="1230355"/>
                  <a:pt x="43957" y="1243202"/>
                  <a:pt x="50334" y="1262332"/>
                </a:cubicBezTo>
                <a:cubicBezTo>
                  <a:pt x="61911" y="1297064"/>
                  <a:pt x="51365" y="1282594"/>
                  <a:pt x="83889" y="1304277"/>
                </a:cubicBezTo>
                <a:cubicBezTo>
                  <a:pt x="100074" y="1385203"/>
                  <a:pt x="80254" y="1313785"/>
                  <a:pt x="109056" y="1371389"/>
                </a:cubicBezTo>
                <a:cubicBezTo>
                  <a:pt x="113011" y="1379298"/>
                  <a:pt x="113490" y="1388647"/>
                  <a:pt x="117445" y="1396556"/>
                </a:cubicBezTo>
                <a:cubicBezTo>
                  <a:pt x="126872" y="1415410"/>
                  <a:pt x="143487" y="1433638"/>
                  <a:pt x="159390" y="1446890"/>
                </a:cubicBezTo>
                <a:cubicBezTo>
                  <a:pt x="167135" y="1453345"/>
                  <a:pt x="176168" y="1458075"/>
                  <a:pt x="184557" y="1463668"/>
                </a:cubicBezTo>
                <a:cubicBezTo>
                  <a:pt x="189128" y="1477381"/>
                  <a:pt x="196029" y="1505443"/>
                  <a:pt x="209724" y="1514002"/>
                </a:cubicBezTo>
                <a:cubicBezTo>
                  <a:pt x="224721" y="1523375"/>
                  <a:pt x="245343" y="1520970"/>
                  <a:pt x="260058" y="1530780"/>
                </a:cubicBezTo>
                <a:cubicBezTo>
                  <a:pt x="276836" y="1541965"/>
                  <a:pt x="290829" y="1559445"/>
                  <a:pt x="310392" y="1564336"/>
                </a:cubicBezTo>
                <a:cubicBezTo>
                  <a:pt x="321577" y="1567132"/>
                  <a:pt x="332862" y="1569558"/>
                  <a:pt x="343948" y="1572725"/>
                </a:cubicBezTo>
                <a:cubicBezTo>
                  <a:pt x="352451" y="1575154"/>
                  <a:pt x="360303" y="1580380"/>
                  <a:pt x="369115" y="1581114"/>
                </a:cubicBezTo>
                <a:cubicBezTo>
                  <a:pt x="427701" y="1585996"/>
                  <a:pt x="486561" y="1586707"/>
                  <a:pt x="545284" y="1589503"/>
                </a:cubicBezTo>
                <a:cubicBezTo>
                  <a:pt x="615192" y="1586707"/>
                  <a:pt x="685223" y="1586099"/>
                  <a:pt x="755009" y="1581114"/>
                </a:cubicBezTo>
                <a:cubicBezTo>
                  <a:pt x="763829" y="1580484"/>
                  <a:pt x="771544" y="1574643"/>
                  <a:pt x="780176" y="1572725"/>
                </a:cubicBezTo>
                <a:cubicBezTo>
                  <a:pt x="796780" y="1569035"/>
                  <a:pt x="814008" y="1568461"/>
                  <a:pt x="830510" y="1564336"/>
                </a:cubicBezTo>
                <a:cubicBezTo>
                  <a:pt x="847668" y="1560047"/>
                  <a:pt x="880844" y="1547558"/>
                  <a:pt x="880844" y="1547558"/>
                </a:cubicBezTo>
                <a:cubicBezTo>
                  <a:pt x="928552" y="1499850"/>
                  <a:pt x="882615" y="1538283"/>
                  <a:pt x="931178" y="1514002"/>
                </a:cubicBezTo>
                <a:cubicBezTo>
                  <a:pt x="940196" y="1509493"/>
                  <a:pt x="946688" y="1500121"/>
                  <a:pt x="956345" y="1497224"/>
                </a:cubicBezTo>
                <a:cubicBezTo>
                  <a:pt x="975284" y="1491542"/>
                  <a:pt x="995493" y="1491631"/>
                  <a:pt x="1015067" y="1488835"/>
                </a:cubicBezTo>
                <a:cubicBezTo>
                  <a:pt x="1023456" y="1483242"/>
                  <a:pt x="1032489" y="1478512"/>
                  <a:pt x="1040234" y="1472057"/>
                </a:cubicBezTo>
                <a:cubicBezTo>
                  <a:pt x="1049348" y="1464462"/>
                  <a:pt x="1055530" y="1453471"/>
                  <a:pt x="1065401" y="1446890"/>
                </a:cubicBezTo>
                <a:cubicBezTo>
                  <a:pt x="1072759" y="1441985"/>
                  <a:pt x="1082179" y="1441297"/>
                  <a:pt x="1090568" y="1438501"/>
                </a:cubicBezTo>
                <a:cubicBezTo>
                  <a:pt x="1109121" y="1419948"/>
                  <a:pt x="1117543" y="1408235"/>
                  <a:pt x="1140902" y="1396556"/>
                </a:cubicBezTo>
                <a:cubicBezTo>
                  <a:pt x="1154998" y="1389508"/>
                  <a:pt x="1186186" y="1383810"/>
                  <a:pt x="1199625" y="1379778"/>
                </a:cubicBezTo>
                <a:cubicBezTo>
                  <a:pt x="1216565" y="1374696"/>
                  <a:pt x="1249959" y="1363000"/>
                  <a:pt x="1249959" y="1363000"/>
                </a:cubicBezTo>
                <a:cubicBezTo>
                  <a:pt x="1282224" y="1266206"/>
                  <a:pt x="1256950" y="1139293"/>
                  <a:pt x="1258348" y="1094552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form 4"/>
          <p:cNvSpPr/>
          <p:nvPr/>
        </p:nvSpPr>
        <p:spPr>
          <a:xfrm flipV="1">
            <a:off x="6919220" y="3726880"/>
            <a:ext cx="1266450" cy="1589503"/>
          </a:xfrm>
          <a:custGeom>
            <a:avLst/>
            <a:gdLst>
              <a:gd name="connsiteX0" fmla="*/ 1258348 w 1266450"/>
              <a:gd name="connsiteY0" fmla="*/ 1094552 h 1589503"/>
              <a:gd name="connsiteX1" fmla="*/ 1258348 w 1266450"/>
              <a:gd name="connsiteY1" fmla="*/ 1094552 h 1589503"/>
              <a:gd name="connsiteX2" fmla="*/ 1249959 w 1266450"/>
              <a:gd name="connsiteY2" fmla="*/ 1010662 h 1589503"/>
              <a:gd name="connsiteX3" fmla="*/ 1233181 w 1266450"/>
              <a:gd name="connsiteY3" fmla="*/ 985495 h 1589503"/>
              <a:gd name="connsiteX4" fmla="*/ 1224792 w 1266450"/>
              <a:gd name="connsiteY4" fmla="*/ 960328 h 1589503"/>
              <a:gd name="connsiteX5" fmla="*/ 1191236 w 1266450"/>
              <a:gd name="connsiteY5" fmla="*/ 826105 h 1589503"/>
              <a:gd name="connsiteX6" fmla="*/ 1166069 w 1266450"/>
              <a:gd name="connsiteY6" fmla="*/ 775771 h 1589503"/>
              <a:gd name="connsiteX7" fmla="*/ 1132513 w 1266450"/>
              <a:gd name="connsiteY7" fmla="*/ 725437 h 1589503"/>
              <a:gd name="connsiteX8" fmla="*/ 1115735 w 1266450"/>
              <a:gd name="connsiteY8" fmla="*/ 691881 h 1589503"/>
              <a:gd name="connsiteX9" fmla="*/ 1090568 w 1266450"/>
              <a:gd name="connsiteY9" fmla="*/ 658325 h 1589503"/>
              <a:gd name="connsiteX10" fmla="*/ 1073790 w 1266450"/>
              <a:gd name="connsiteY10" fmla="*/ 624769 h 1589503"/>
              <a:gd name="connsiteX11" fmla="*/ 1065401 w 1266450"/>
              <a:gd name="connsiteY11" fmla="*/ 599602 h 1589503"/>
              <a:gd name="connsiteX12" fmla="*/ 981512 w 1266450"/>
              <a:gd name="connsiteY12" fmla="*/ 524101 h 1589503"/>
              <a:gd name="connsiteX13" fmla="*/ 964734 w 1266450"/>
              <a:gd name="connsiteY13" fmla="*/ 490545 h 1589503"/>
              <a:gd name="connsiteX14" fmla="*/ 956345 w 1266450"/>
              <a:gd name="connsiteY14" fmla="*/ 465378 h 1589503"/>
              <a:gd name="connsiteX15" fmla="*/ 931178 w 1266450"/>
              <a:gd name="connsiteY15" fmla="*/ 440211 h 1589503"/>
              <a:gd name="connsiteX16" fmla="*/ 914400 w 1266450"/>
              <a:gd name="connsiteY16" fmla="*/ 381488 h 1589503"/>
              <a:gd name="connsiteX17" fmla="*/ 897622 w 1266450"/>
              <a:gd name="connsiteY17" fmla="*/ 347932 h 1589503"/>
              <a:gd name="connsiteX18" fmla="*/ 872455 w 1266450"/>
              <a:gd name="connsiteY18" fmla="*/ 297598 h 1589503"/>
              <a:gd name="connsiteX19" fmla="*/ 864066 w 1266450"/>
              <a:gd name="connsiteY19" fmla="*/ 247264 h 1589503"/>
              <a:gd name="connsiteX20" fmla="*/ 855677 w 1266450"/>
              <a:gd name="connsiteY20" fmla="*/ 222097 h 1589503"/>
              <a:gd name="connsiteX21" fmla="*/ 847288 w 1266450"/>
              <a:gd name="connsiteY21" fmla="*/ 171763 h 1589503"/>
              <a:gd name="connsiteX22" fmla="*/ 838899 w 1266450"/>
              <a:gd name="connsiteY22" fmla="*/ 113040 h 1589503"/>
              <a:gd name="connsiteX23" fmla="*/ 796954 w 1266450"/>
              <a:gd name="connsiteY23" fmla="*/ 62706 h 1589503"/>
              <a:gd name="connsiteX24" fmla="*/ 780176 w 1266450"/>
              <a:gd name="connsiteY24" fmla="*/ 37539 h 1589503"/>
              <a:gd name="connsiteX25" fmla="*/ 771787 w 1266450"/>
              <a:gd name="connsiteY25" fmla="*/ 12372 h 1589503"/>
              <a:gd name="connsiteX26" fmla="*/ 729842 w 1266450"/>
              <a:gd name="connsiteY26" fmla="*/ 3983 h 1589503"/>
              <a:gd name="connsiteX27" fmla="*/ 528506 w 1266450"/>
              <a:gd name="connsiteY27" fmla="*/ 29150 h 1589503"/>
              <a:gd name="connsiteX28" fmla="*/ 503339 w 1266450"/>
              <a:gd name="connsiteY28" fmla="*/ 54317 h 1589503"/>
              <a:gd name="connsiteX29" fmla="*/ 494950 w 1266450"/>
              <a:gd name="connsiteY29" fmla="*/ 87873 h 1589503"/>
              <a:gd name="connsiteX30" fmla="*/ 486561 w 1266450"/>
              <a:gd name="connsiteY30" fmla="*/ 129818 h 1589503"/>
              <a:gd name="connsiteX31" fmla="*/ 478172 w 1266450"/>
              <a:gd name="connsiteY31" fmla="*/ 154985 h 1589503"/>
              <a:gd name="connsiteX32" fmla="*/ 469783 w 1266450"/>
              <a:gd name="connsiteY32" fmla="*/ 188541 h 1589503"/>
              <a:gd name="connsiteX33" fmla="*/ 461394 w 1266450"/>
              <a:gd name="connsiteY33" fmla="*/ 264042 h 1589503"/>
              <a:gd name="connsiteX34" fmla="*/ 453005 w 1266450"/>
              <a:gd name="connsiteY34" fmla="*/ 289209 h 1589503"/>
              <a:gd name="connsiteX35" fmla="*/ 461394 w 1266450"/>
              <a:gd name="connsiteY35" fmla="*/ 524101 h 1589503"/>
              <a:gd name="connsiteX36" fmla="*/ 478172 w 1266450"/>
              <a:gd name="connsiteY36" fmla="*/ 574435 h 1589503"/>
              <a:gd name="connsiteX37" fmla="*/ 486561 w 1266450"/>
              <a:gd name="connsiteY37" fmla="*/ 599602 h 1589503"/>
              <a:gd name="connsiteX38" fmla="*/ 494950 w 1266450"/>
              <a:gd name="connsiteY38" fmla="*/ 624769 h 1589503"/>
              <a:gd name="connsiteX39" fmla="*/ 503339 w 1266450"/>
              <a:gd name="connsiteY39" fmla="*/ 658325 h 1589503"/>
              <a:gd name="connsiteX40" fmla="*/ 536895 w 1266450"/>
              <a:gd name="connsiteY40" fmla="*/ 708659 h 1589503"/>
              <a:gd name="connsiteX41" fmla="*/ 562062 w 1266450"/>
              <a:gd name="connsiteY41" fmla="*/ 725437 h 1589503"/>
              <a:gd name="connsiteX42" fmla="*/ 629174 w 1266450"/>
              <a:gd name="connsiteY42" fmla="*/ 800938 h 1589503"/>
              <a:gd name="connsiteX43" fmla="*/ 637563 w 1266450"/>
              <a:gd name="connsiteY43" fmla="*/ 826105 h 1589503"/>
              <a:gd name="connsiteX44" fmla="*/ 629174 w 1266450"/>
              <a:gd name="connsiteY44" fmla="*/ 842882 h 1589503"/>
              <a:gd name="connsiteX45" fmla="*/ 612396 w 1266450"/>
              <a:gd name="connsiteY45" fmla="*/ 817716 h 1589503"/>
              <a:gd name="connsiteX46" fmla="*/ 536895 w 1266450"/>
              <a:gd name="connsiteY46" fmla="*/ 750604 h 1589503"/>
              <a:gd name="connsiteX47" fmla="*/ 511728 w 1266450"/>
              <a:gd name="connsiteY47" fmla="*/ 700270 h 1589503"/>
              <a:gd name="connsiteX48" fmla="*/ 494950 w 1266450"/>
              <a:gd name="connsiteY48" fmla="*/ 649936 h 1589503"/>
              <a:gd name="connsiteX49" fmla="*/ 461394 w 1266450"/>
              <a:gd name="connsiteY49" fmla="*/ 591213 h 1589503"/>
              <a:gd name="connsiteX50" fmla="*/ 436227 w 1266450"/>
              <a:gd name="connsiteY50" fmla="*/ 490545 h 1589503"/>
              <a:gd name="connsiteX51" fmla="*/ 402671 w 1266450"/>
              <a:gd name="connsiteY51" fmla="*/ 440211 h 1589503"/>
              <a:gd name="connsiteX52" fmla="*/ 385893 w 1266450"/>
              <a:gd name="connsiteY52" fmla="*/ 406655 h 1589503"/>
              <a:gd name="connsiteX53" fmla="*/ 377504 w 1266450"/>
              <a:gd name="connsiteY53" fmla="*/ 381488 h 1589503"/>
              <a:gd name="connsiteX54" fmla="*/ 352337 w 1266450"/>
              <a:gd name="connsiteY54" fmla="*/ 347932 h 1589503"/>
              <a:gd name="connsiteX55" fmla="*/ 318781 w 1266450"/>
              <a:gd name="connsiteY55" fmla="*/ 305987 h 1589503"/>
              <a:gd name="connsiteX56" fmla="*/ 276836 w 1266450"/>
              <a:gd name="connsiteY56" fmla="*/ 264042 h 1589503"/>
              <a:gd name="connsiteX57" fmla="*/ 226502 w 1266450"/>
              <a:gd name="connsiteY57" fmla="*/ 247264 h 1589503"/>
              <a:gd name="connsiteX58" fmla="*/ 184557 w 1266450"/>
              <a:gd name="connsiteY58" fmla="*/ 280820 h 1589503"/>
              <a:gd name="connsiteX59" fmla="*/ 167779 w 1266450"/>
              <a:gd name="connsiteY59" fmla="*/ 331154 h 1589503"/>
              <a:gd name="connsiteX60" fmla="*/ 176168 w 1266450"/>
              <a:gd name="connsiteY60" fmla="*/ 733826 h 1589503"/>
              <a:gd name="connsiteX61" fmla="*/ 192946 w 1266450"/>
              <a:gd name="connsiteY61" fmla="*/ 758993 h 1589503"/>
              <a:gd name="connsiteX62" fmla="*/ 226502 w 1266450"/>
              <a:gd name="connsiteY62" fmla="*/ 834493 h 1589503"/>
              <a:gd name="connsiteX63" fmla="*/ 243280 w 1266450"/>
              <a:gd name="connsiteY63" fmla="*/ 884827 h 1589503"/>
              <a:gd name="connsiteX64" fmla="*/ 276836 w 1266450"/>
              <a:gd name="connsiteY64" fmla="*/ 935161 h 1589503"/>
              <a:gd name="connsiteX65" fmla="*/ 318781 w 1266450"/>
              <a:gd name="connsiteY65" fmla="*/ 1010662 h 1589503"/>
              <a:gd name="connsiteX66" fmla="*/ 335559 w 1266450"/>
              <a:gd name="connsiteY66" fmla="*/ 1035829 h 1589503"/>
              <a:gd name="connsiteX67" fmla="*/ 343948 w 1266450"/>
              <a:gd name="connsiteY67" fmla="*/ 1060996 h 1589503"/>
              <a:gd name="connsiteX68" fmla="*/ 394282 w 1266450"/>
              <a:gd name="connsiteY68" fmla="*/ 1102941 h 1589503"/>
              <a:gd name="connsiteX69" fmla="*/ 427838 w 1266450"/>
              <a:gd name="connsiteY69" fmla="*/ 1136497 h 1589503"/>
              <a:gd name="connsiteX70" fmla="*/ 453005 w 1266450"/>
              <a:gd name="connsiteY70" fmla="*/ 1186831 h 1589503"/>
              <a:gd name="connsiteX71" fmla="*/ 494950 w 1266450"/>
              <a:gd name="connsiteY71" fmla="*/ 1228776 h 1589503"/>
              <a:gd name="connsiteX72" fmla="*/ 511728 w 1266450"/>
              <a:gd name="connsiteY72" fmla="*/ 1253943 h 1589503"/>
              <a:gd name="connsiteX73" fmla="*/ 536895 w 1266450"/>
              <a:gd name="connsiteY73" fmla="*/ 1262332 h 1589503"/>
              <a:gd name="connsiteX74" fmla="*/ 494950 w 1266450"/>
              <a:gd name="connsiteY74" fmla="*/ 1253943 h 1589503"/>
              <a:gd name="connsiteX75" fmla="*/ 469783 w 1266450"/>
              <a:gd name="connsiteY75" fmla="*/ 1228776 h 1589503"/>
              <a:gd name="connsiteX76" fmla="*/ 444616 w 1266450"/>
              <a:gd name="connsiteY76" fmla="*/ 1211998 h 1589503"/>
              <a:gd name="connsiteX77" fmla="*/ 385893 w 1266450"/>
              <a:gd name="connsiteY77" fmla="*/ 1153275 h 1589503"/>
              <a:gd name="connsiteX78" fmla="*/ 352337 w 1266450"/>
              <a:gd name="connsiteY78" fmla="*/ 1102941 h 1589503"/>
              <a:gd name="connsiteX79" fmla="*/ 318781 w 1266450"/>
              <a:gd name="connsiteY79" fmla="*/ 1060996 h 1589503"/>
              <a:gd name="connsiteX80" fmla="*/ 302003 w 1266450"/>
              <a:gd name="connsiteY80" fmla="*/ 1035829 h 1589503"/>
              <a:gd name="connsiteX81" fmla="*/ 285225 w 1266450"/>
              <a:gd name="connsiteY81" fmla="*/ 985495 h 1589503"/>
              <a:gd name="connsiteX82" fmla="*/ 260058 w 1266450"/>
              <a:gd name="connsiteY82" fmla="*/ 968717 h 1589503"/>
              <a:gd name="connsiteX83" fmla="*/ 234891 w 1266450"/>
              <a:gd name="connsiteY83" fmla="*/ 901605 h 1589503"/>
              <a:gd name="connsiteX84" fmla="*/ 218113 w 1266450"/>
              <a:gd name="connsiteY84" fmla="*/ 876438 h 1589503"/>
              <a:gd name="connsiteX85" fmla="*/ 192946 w 1266450"/>
              <a:gd name="connsiteY85" fmla="*/ 859660 h 1589503"/>
              <a:gd name="connsiteX86" fmla="*/ 176168 w 1266450"/>
              <a:gd name="connsiteY86" fmla="*/ 834493 h 1589503"/>
              <a:gd name="connsiteX87" fmla="*/ 151001 w 1266450"/>
              <a:gd name="connsiteY87" fmla="*/ 809327 h 1589503"/>
              <a:gd name="connsiteX88" fmla="*/ 142612 w 1266450"/>
              <a:gd name="connsiteY88" fmla="*/ 784160 h 1589503"/>
              <a:gd name="connsiteX89" fmla="*/ 125834 w 1266450"/>
              <a:gd name="connsiteY89" fmla="*/ 758993 h 1589503"/>
              <a:gd name="connsiteX90" fmla="*/ 25167 w 1266450"/>
              <a:gd name="connsiteY90" fmla="*/ 767382 h 1589503"/>
              <a:gd name="connsiteX91" fmla="*/ 16778 w 1266450"/>
              <a:gd name="connsiteY91" fmla="*/ 868049 h 1589503"/>
              <a:gd name="connsiteX92" fmla="*/ 0 w 1266450"/>
              <a:gd name="connsiteY92" fmla="*/ 918383 h 1589503"/>
              <a:gd name="connsiteX93" fmla="*/ 8389 w 1266450"/>
              <a:gd name="connsiteY93" fmla="*/ 1170053 h 1589503"/>
              <a:gd name="connsiteX94" fmla="*/ 16778 w 1266450"/>
              <a:gd name="connsiteY94" fmla="*/ 1211998 h 1589503"/>
              <a:gd name="connsiteX95" fmla="*/ 50334 w 1266450"/>
              <a:gd name="connsiteY95" fmla="*/ 1262332 h 1589503"/>
              <a:gd name="connsiteX96" fmla="*/ 83889 w 1266450"/>
              <a:gd name="connsiteY96" fmla="*/ 1304277 h 1589503"/>
              <a:gd name="connsiteX97" fmla="*/ 109056 w 1266450"/>
              <a:gd name="connsiteY97" fmla="*/ 1371389 h 1589503"/>
              <a:gd name="connsiteX98" fmla="*/ 117445 w 1266450"/>
              <a:gd name="connsiteY98" fmla="*/ 1396556 h 1589503"/>
              <a:gd name="connsiteX99" fmla="*/ 159390 w 1266450"/>
              <a:gd name="connsiteY99" fmla="*/ 1446890 h 1589503"/>
              <a:gd name="connsiteX100" fmla="*/ 184557 w 1266450"/>
              <a:gd name="connsiteY100" fmla="*/ 1463668 h 1589503"/>
              <a:gd name="connsiteX101" fmla="*/ 209724 w 1266450"/>
              <a:gd name="connsiteY101" fmla="*/ 1514002 h 1589503"/>
              <a:gd name="connsiteX102" fmla="*/ 260058 w 1266450"/>
              <a:gd name="connsiteY102" fmla="*/ 1530780 h 1589503"/>
              <a:gd name="connsiteX103" fmla="*/ 310392 w 1266450"/>
              <a:gd name="connsiteY103" fmla="*/ 1564336 h 1589503"/>
              <a:gd name="connsiteX104" fmla="*/ 343948 w 1266450"/>
              <a:gd name="connsiteY104" fmla="*/ 1572725 h 1589503"/>
              <a:gd name="connsiteX105" fmla="*/ 369115 w 1266450"/>
              <a:gd name="connsiteY105" fmla="*/ 1581114 h 1589503"/>
              <a:gd name="connsiteX106" fmla="*/ 545284 w 1266450"/>
              <a:gd name="connsiteY106" fmla="*/ 1589503 h 1589503"/>
              <a:gd name="connsiteX107" fmla="*/ 755009 w 1266450"/>
              <a:gd name="connsiteY107" fmla="*/ 1581114 h 1589503"/>
              <a:gd name="connsiteX108" fmla="*/ 780176 w 1266450"/>
              <a:gd name="connsiteY108" fmla="*/ 1572725 h 1589503"/>
              <a:gd name="connsiteX109" fmla="*/ 830510 w 1266450"/>
              <a:gd name="connsiteY109" fmla="*/ 1564336 h 1589503"/>
              <a:gd name="connsiteX110" fmla="*/ 880844 w 1266450"/>
              <a:gd name="connsiteY110" fmla="*/ 1547558 h 1589503"/>
              <a:gd name="connsiteX111" fmla="*/ 931178 w 1266450"/>
              <a:gd name="connsiteY111" fmla="*/ 1514002 h 1589503"/>
              <a:gd name="connsiteX112" fmla="*/ 956345 w 1266450"/>
              <a:gd name="connsiteY112" fmla="*/ 1497224 h 1589503"/>
              <a:gd name="connsiteX113" fmla="*/ 1015067 w 1266450"/>
              <a:gd name="connsiteY113" fmla="*/ 1488835 h 1589503"/>
              <a:gd name="connsiteX114" fmla="*/ 1040234 w 1266450"/>
              <a:gd name="connsiteY114" fmla="*/ 1472057 h 1589503"/>
              <a:gd name="connsiteX115" fmla="*/ 1065401 w 1266450"/>
              <a:gd name="connsiteY115" fmla="*/ 1446890 h 1589503"/>
              <a:gd name="connsiteX116" fmla="*/ 1090568 w 1266450"/>
              <a:gd name="connsiteY116" fmla="*/ 1438501 h 1589503"/>
              <a:gd name="connsiteX117" fmla="*/ 1140902 w 1266450"/>
              <a:gd name="connsiteY117" fmla="*/ 1396556 h 1589503"/>
              <a:gd name="connsiteX118" fmla="*/ 1199625 w 1266450"/>
              <a:gd name="connsiteY118" fmla="*/ 1379778 h 1589503"/>
              <a:gd name="connsiteX119" fmla="*/ 1249959 w 1266450"/>
              <a:gd name="connsiteY119" fmla="*/ 1363000 h 1589503"/>
              <a:gd name="connsiteX120" fmla="*/ 1258348 w 1266450"/>
              <a:gd name="connsiteY120" fmla="*/ 1094552 h 1589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66450" h="1589503">
                <a:moveTo>
                  <a:pt x="1258348" y="1094552"/>
                </a:moveTo>
                <a:lnTo>
                  <a:pt x="1258348" y="1094552"/>
                </a:lnTo>
                <a:cubicBezTo>
                  <a:pt x="1255552" y="1066589"/>
                  <a:pt x="1256278" y="1038045"/>
                  <a:pt x="1249959" y="1010662"/>
                </a:cubicBezTo>
                <a:cubicBezTo>
                  <a:pt x="1247692" y="1000838"/>
                  <a:pt x="1237690" y="994513"/>
                  <a:pt x="1233181" y="985495"/>
                </a:cubicBezTo>
                <a:cubicBezTo>
                  <a:pt x="1229226" y="977586"/>
                  <a:pt x="1226780" y="968944"/>
                  <a:pt x="1224792" y="960328"/>
                </a:cubicBezTo>
                <a:cubicBezTo>
                  <a:pt x="1221802" y="947372"/>
                  <a:pt x="1206330" y="848746"/>
                  <a:pt x="1191236" y="826105"/>
                </a:cubicBezTo>
                <a:cubicBezTo>
                  <a:pt x="1116752" y="714379"/>
                  <a:pt x="1223956" y="879967"/>
                  <a:pt x="1166069" y="775771"/>
                </a:cubicBezTo>
                <a:cubicBezTo>
                  <a:pt x="1156276" y="758144"/>
                  <a:pt x="1141531" y="743473"/>
                  <a:pt x="1132513" y="725437"/>
                </a:cubicBezTo>
                <a:cubicBezTo>
                  <a:pt x="1126920" y="714252"/>
                  <a:pt x="1122363" y="702486"/>
                  <a:pt x="1115735" y="691881"/>
                </a:cubicBezTo>
                <a:cubicBezTo>
                  <a:pt x="1108325" y="680025"/>
                  <a:pt x="1097978" y="670181"/>
                  <a:pt x="1090568" y="658325"/>
                </a:cubicBezTo>
                <a:cubicBezTo>
                  <a:pt x="1083940" y="647720"/>
                  <a:pt x="1078716" y="636263"/>
                  <a:pt x="1073790" y="624769"/>
                </a:cubicBezTo>
                <a:cubicBezTo>
                  <a:pt x="1070307" y="616641"/>
                  <a:pt x="1070925" y="606507"/>
                  <a:pt x="1065401" y="599602"/>
                </a:cubicBezTo>
                <a:cubicBezTo>
                  <a:pt x="1027773" y="552566"/>
                  <a:pt x="1019432" y="549382"/>
                  <a:pt x="981512" y="524101"/>
                </a:cubicBezTo>
                <a:cubicBezTo>
                  <a:pt x="975919" y="512916"/>
                  <a:pt x="969660" y="502039"/>
                  <a:pt x="964734" y="490545"/>
                </a:cubicBezTo>
                <a:cubicBezTo>
                  <a:pt x="961251" y="482417"/>
                  <a:pt x="961250" y="472736"/>
                  <a:pt x="956345" y="465378"/>
                </a:cubicBezTo>
                <a:cubicBezTo>
                  <a:pt x="949764" y="455507"/>
                  <a:pt x="939567" y="448600"/>
                  <a:pt x="931178" y="440211"/>
                </a:cubicBezTo>
                <a:cubicBezTo>
                  <a:pt x="926921" y="423183"/>
                  <a:pt x="921621" y="398337"/>
                  <a:pt x="914400" y="381488"/>
                </a:cubicBezTo>
                <a:cubicBezTo>
                  <a:pt x="909474" y="369994"/>
                  <a:pt x="902548" y="359426"/>
                  <a:pt x="897622" y="347932"/>
                </a:cubicBezTo>
                <a:cubicBezTo>
                  <a:pt x="876783" y="299307"/>
                  <a:pt x="904698" y="345963"/>
                  <a:pt x="872455" y="297598"/>
                </a:cubicBezTo>
                <a:cubicBezTo>
                  <a:pt x="869659" y="280820"/>
                  <a:pt x="867756" y="263868"/>
                  <a:pt x="864066" y="247264"/>
                </a:cubicBezTo>
                <a:cubicBezTo>
                  <a:pt x="862148" y="238632"/>
                  <a:pt x="857595" y="230729"/>
                  <a:pt x="855677" y="222097"/>
                </a:cubicBezTo>
                <a:cubicBezTo>
                  <a:pt x="851987" y="205493"/>
                  <a:pt x="849874" y="188575"/>
                  <a:pt x="847288" y="171763"/>
                </a:cubicBezTo>
                <a:cubicBezTo>
                  <a:pt x="844281" y="152220"/>
                  <a:pt x="844581" y="131979"/>
                  <a:pt x="838899" y="113040"/>
                </a:cubicBezTo>
                <a:cubicBezTo>
                  <a:pt x="833041" y="93513"/>
                  <a:pt x="808657" y="76750"/>
                  <a:pt x="796954" y="62706"/>
                </a:cubicBezTo>
                <a:cubicBezTo>
                  <a:pt x="790499" y="54961"/>
                  <a:pt x="784685" y="46557"/>
                  <a:pt x="780176" y="37539"/>
                </a:cubicBezTo>
                <a:cubicBezTo>
                  <a:pt x="776221" y="29630"/>
                  <a:pt x="779145" y="17277"/>
                  <a:pt x="771787" y="12372"/>
                </a:cubicBezTo>
                <a:cubicBezTo>
                  <a:pt x="759923" y="4463"/>
                  <a:pt x="743824" y="6779"/>
                  <a:pt x="729842" y="3983"/>
                </a:cubicBezTo>
                <a:cubicBezTo>
                  <a:pt x="635233" y="8488"/>
                  <a:pt x="586874" y="-19490"/>
                  <a:pt x="528506" y="29150"/>
                </a:cubicBezTo>
                <a:cubicBezTo>
                  <a:pt x="519392" y="36745"/>
                  <a:pt x="511728" y="45928"/>
                  <a:pt x="503339" y="54317"/>
                </a:cubicBezTo>
                <a:cubicBezTo>
                  <a:pt x="500543" y="65502"/>
                  <a:pt x="497451" y="76618"/>
                  <a:pt x="494950" y="87873"/>
                </a:cubicBezTo>
                <a:cubicBezTo>
                  <a:pt x="491857" y="101792"/>
                  <a:pt x="490019" y="115985"/>
                  <a:pt x="486561" y="129818"/>
                </a:cubicBezTo>
                <a:cubicBezTo>
                  <a:pt x="484416" y="138397"/>
                  <a:pt x="480601" y="146482"/>
                  <a:pt x="478172" y="154985"/>
                </a:cubicBezTo>
                <a:cubicBezTo>
                  <a:pt x="475005" y="166071"/>
                  <a:pt x="472579" y="177356"/>
                  <a:pt x="469783" y="188541"/>
                </a:cubicBezTo>
                <a:cubicBezTo>
                  <a:pt x="466987" y="213708"/>
                  <a:pt x="465557" y="239065"/>
                  <a:pt x="461394" y="264042"/>
                </a:cubicBezTo>
                <a:cubicBezTo>
                  <a:pt x="459940" y="272764"/>
                  <a:pt x="453005" y="280366"/>
                  <a:pt x="453005" y="289209"/>
                </a:cubicBezTo>
                <a:cubicBezTo>
                  <a:pt x="453005" y="367556"/>
                  <a:pt x="454508" y="446057"/>
                  <a:pt x="461394" y="524101"/>
                </a:cubicBezTo>
                <a:cubicBezTo>
                  <a:pt x="462948" y="541718"/>
                  <a:pt x="472579" y="557657"/>
                  <a:pt x="478172" y="574435"/>
                </a:cubicBezTo>
                <a:lnTo>
                  <a:pt x="486561" y="599602"/>
                </a:lnTo>
                <a:cubicBezTo>
                  <a:pt x="489357" y="607991"/>
                  <a:pt x="492805" y="616190"/>
                  <a:pt x="494950" y="624769"/>
                </a:cubicBezTo>
                <a:cubicBezTo>
                  <a:pt x="497746" y="635954"/>
                  <a:pt x="498183" y="648013"/>
                  <a:pt x="503339" y="658325"/>
                </a:cubicBezTo>
                <a:cubicBezTo>
                  <a:pt x="512357" y="676361"/>
                  <a:pt x="520117" y="697474"/>
                  <a:pt x="536895" y="708659"/>
                </a:cubicBezTo>
                <a:cubicBezTo>
                  <a:pt x="545284" y="714252"/>
                  <a:pt x="553858" y="719577"/>
                  <a:pt x="562062" y="725437"/>
                </a:cubicBezTo>
                <a:cubicBezTo>
                  <a:pt x="592175" y="746947"/>
                  <a:pt x="616093" y="761694"/>
                  <a:pt x="629174" y="800938"/>
                </a:cubicBezTo>
                <a:cubicBezTo>
                  <a:pt x="631970" y="809327"/>
                  <a:pt x="633608" y="818196"/>
                  <a:pt x="637563" y="826105"/>
                </a:cubicBezTo>
                <a:cubicBezTo>
                  <a:pt x="652741" y="856460"/>
                  <a:pt x="669611" y="856361"/>
                  <a:pt x="629174" y="842882"/>
                </a:cubicBezTo>
                <a:cubicBezTo>
                  <a:pt x="623581" y="834493"/>
                  <a:pt x="619094" y="825251"/>
                  <a:pt x="612396" y="817716"/>
                </a:cubicBezTo>
                <a:cubicBezTo>
                  <a:pt x="570603" y="770700"/>
                  <a:pt x="575146" y="776105"/>
                  <a:pt x="536895" y="750604"/>
                </a:cubicBezTo>
                <a:cubicBezTo>
                  <a:pt x="506300" y="658820"/>
                  <a:pt x="555094" y="797844"/>
                  <a:pt x="511728" y="700270"/>
                </a:cubicBezTo>
                <a:cubicBezTo>
                  <a:pt x="504545" y="684109"/>
                  <a:pt x="502859" y="665754"/>
                  <a:pt x="494950" y="649936"/>
                </a:cubicBezTo>
                <a:cubicBezTo>
                  <a:pt x="473663" y="607362"/>
                  <a:pt x="485109" y="626785"/>
                  <a:pt x="461394" y="591213"/>
                </a:cubicBezTo>
                <a:cubicBezTo>
                  <a:pt x="457201" y="566054"/>
                  <a:pt x="450998" y="512702"/>
                  <a:pt x="436227" y="490545"/>
                </a:cubicBezTo>
                <a:cubicBezTo>
                  <a:pt x="425042" y="473767"/>
                  <a:pt x="411689" y="458247"/>
                  <a:pt x="402671" y="440211"/>
                </a:cubicBezTo>
                <a:cubicBezTo>
                  <a:pt x="397078" y="429026"/>
                  <a:pt x="390819" y="418149"/>
                  <a:pt x="385893" y="406655"/>
                </a:cubicBezTo>
                <a:cubicBezTo>
                  <a:pt x="382410" y="398527"/>
                  <a:pt x="381891" y="389166"/>
                  <a:pt x="377504" y="381488"/>
                </a:cubicBezTo>
                <a:cubicBezTo>
                  <a:pt x="370567" y="369349"/>
                  <a:pt x="360726" y="359117"/>
                  <a:pt x="352337" y="347932"/>
                </a:cubicBezTo>
                <a:cubicBezTo>
                  <a:pt x="336005" y="298937"/>
                  <a:pt x="356726" y="343932"/>
                  <a:pt x="318781" y="305987"/>
                </a:cubicBezTo>
                <a:cubicBezTo>
                  <a:pt x="289699" y="276905"/>
                  <a:pt x="317103" y="281939"/>
                  <a:pt x="276836" y="264042"/>
                </a:cubicBezTo>
                <a:cubicBezTo>
                  <a:pt x="260675" y="256859"/>
                  <a:pt x="226502" y="247264"/>
                  <a:pt x="226502" y="247264"/>
                </a:cubicBezTo>
                <a:cubicBezTo>
                  <a:pt x="199212" y="256361"/>
                  <a:pt x="197755" y="251124"/>
                  <a:pt x="184557" y="280820"/>
                </a:cubicBezTo>
                <a:cubicBezTo>
                  <a:pt x="177374" y="296981"/>
                  <a:pt x="167779" y="331154"/>
                  <a:pt x="167779" y="331154"/>
                </a:cubicBezTo>
                <a:cubicBezTo>
                  <a:pt x="170575" y="465378"/>
                  <a:pt x="168284" y="599805"/>
                  <a:pt x="176168" y="733826"/>
                </a:cubicBezTo>
                <a:cubicBezTo>
                  <a:pt x="176760" y="743891"/>
                  <a:pt x="189758" y="749428"/>
                  <a:pt x="192946" y="758993"/>
                </a:cubicBezTo>
                <a:cubicBezTo>
                  <a:pt x="218794" y="836537"/>
                  <a:pt x="178490" y="786483"/>
                  <a:pt x="226502" y="834493"/>
                </a:cubicBezTo>
                <a:cubicBezTo>
                  <a:pt x="232095" y="851271"/>
                  <a:pt x="233470" y="870112"/>
                  <a:pt x="243280" y="884827"/>
                </a:cubicBezTo>
                <a:cubicBezTo>
                  <a:pt x="254465" y="901605"/>
                  <a:pt x="270459" y="916031"/>
                  <a:pt x="276836" y="935161"/>
                </a:cubicBezTo>
                <a:cubicBezTo>
                  <a:pt x="291602" y="979458"/>
                  <a:pt x="280320" y="952970"/>
                  <a:pt x="318781" y="1010662"/>
                </a:cubicBezTo>
                <a:cubicBezTo>
                  <a:pt x="324374" y="1019051"/>
                  <a:pt x="332371" y="1026264"/>
                  <a:pt x="335559" y="1035829"/>
                </a:cubicBezTo>
                <a:cubicBezTo>
                  <a:pt x="338355" y="1044218"/>
                  <a:pt x="339043" y="1053638"/>
                  <a:pt x="343948" y="1060996"/>
                </a:cubicBezTo>
                <a:cubicBezTo>
                  <a:pt x="356867" y="1080374"/>
                  <a:pt x="375712" y="1090561"/>
                  <a:pt x="394282" y="1102941"/>
                </a:cubicBezTo>
                <a:cubicBezTo>
                  <a:pt x="412585" y="1157851"/>
                  <a:pt x="387164" y="1103958"/>
                  <a:pt x="427838" y="1136497"/>
                </a:cubicBezTo>
                <a:cubicBezTo>
                  <a:pt x="447873" y="1152525"/>
                  <a:pt x="442873" y="1166568"/>
                  <a:pt x="453005" y="1186831"/>
                </a:cubicBezTo>
                <a:cubicBezTo>
                  <a:pt x="466987" y="1214794"/>
                  <a:pt x="469783" y="1211998"/>
                  <a:pt x="494950" y="1228776"/>
                </a:cubicBezTo>
                <a:cubicBezTo>
                  <a:pt x="500543" y="1237165"/>
                  <a:pt x="503855" y="1247645"/>
                  <a:pt x="511728" y="1253943"/>
                </a:cubicBezTo>
                <a:cubicBezTo>
                  <a:pt x="518633" y="1259467"/>
                  <a:pt x="545738" y="1262332"/>
                  <a:pt x="536895" y="1262332"/>
                </a:cubicBezTo>
                <a:cubicBezTo>
                  <a:pt x="522636" y="1262332"/>
                  <a:pt x="508932" y="1256739"/>
                  <a:pt x="494950" y="1253943"/>
                </a:cubicBezTo>
                <a:cubicBezTo>
                  <a:pt x="486561" y="1245554"/>
                  <a:pt x="478897" y="1236371"/>
                  <a:pt x="469783" y="1228776"/>
                </a:cubicBezTo>
                <a:cubicBezTo>
                  <a:pt x="462038" y="1222321"/>
                  <a:pt x="451255" y="1219586"/>
                  <a:pt x="444616" y="1211998"/>
                </a:cubicBezTo>
                <a:cubicBezTo>
                  <a:pt x="389187" y="1148650"/>
                  <a:pt x="437631" y="1170521"/>
                  <a:pt x="385893" y="1153275"/>
                </a:cubicBezTo>
                <a:cubicBezTo>
                  <a:pt x="365946" y="1093434"/>
                  <a:pt x="394230" y="1165781"/>
                  <a:pt x="352337" y="1102941"/>
                </a:cubicBezTo>
                <a:cubicBezTo>
                  <a:pt x="319921" y="1054316"/>
                  <a:pt x="375066" y="1098519"/>
                  <a:pt x="318781" y="1060996"/>
                </a:cubicBezTo>
                <a:cubicBezTo>
                  <a:pt x="313188" y="1052607"/>
                  <a:pt x="306098" y="1045042"/>
                  <a:pt x="302003" y="1035829"/>
                </a:cubicBezTo>
                <a:cubicBezTo>
                  <a:pt x="294820" y="1019668"/>
                  <a:pt x="299940" y="995305"/>
                  <a:pt x="285225" y="985495"/>
                </a:cubicBezTo>
                <a:lnTo>
                  <a:pt x="260058" y="968717"/>
                </a:lnTo>
                <a:cubicBezTo>
                  <a:pt x="252797" y="946935"/>
                  <a:pt x="244922" y="921667"/>
                  <a:pt x="234891" y="901605"/>
                </a:cubicBezTo>
                <a:cubicBezTo>
                  <a:pt x="230382" y="892587"/>
                  <a:pt x="225242" y="883567"/>
                  <a:pt x="218113" y="876438"/>
                </a:cubicBezTo>
                <a:cubicBezTo>
                  <a:pt x="210984" y="869309"/>
                  <a:pt x="201335" y="865253"/>
                  <a:pt x="192946" y="859660"/>
                </a:cubicBezTo>
                <a:cubicBezTo>
                  <a:pt x="187353" y="851271"/>
                  <a:pt x="182623" y="842238"/>
                  <a:pt x="176168" y="834493"/>
                </a:cubicBezTo>
                <a:cubicBezTo>
                  <a:pt x="168573" y="825379"/>
                  <a:pt x="157582" y="819198"/>
                  <a:pt x="151001" y="809327"/>
                </a:cubicBezTo>
                <a:cubicBezTo>
                  <a:pt x="146096" y="801969"/>
                  <a:pt x="146567" y="792069"/>
                  <a:pt x="142612" y="784160"/>
                </a:cubicBezTo>
                <a:cubicBezTo>
                  <a:pt x="138103" y="775142"/>
                  <a:pt x="131427" y="767382"/>
                  <a:pt x="125834" y="758993"/>
                </a:cubicBezTo>
                <a:cubicBezTo>
                  <a:pt x="92278" y="761789"/>
                  <a:pt x="48977" y="743572"/>
                  <a:pt x="25167" y="767382"/>
                </a:cubicBezTo>
                <a:cubicBezTo>
                  <a:pt x="1357" y="791192"/>
                  <a:pt x="22314" y="834835"/>
                  <a:pt x="16778" y="868049"/>
                </a:cubicBezTo>
                <a:cubicBezTo>
                  <a:pt x="13870" y="885494"/>
                  <a:pt x="0" y="918383"/>
                  <a:pt x="0" y="918383"/>
                </a:cubicBezTo>
                <a:cubicBezTo>
                  <a:pt x="2796" y="1002273"/>
                  <a:pt x="3600" y="1086253"/>
                  <a:pt x="8389" y="1170053"/>
                </a:cubicBezTo>
                <a:cubicBezTo>
                  <a:pt x="9202" y="1184288"/>
                  <a:pt x="10878" y="1199017"/>
                  <a:pt x="16778" y="1211998"/>
                </a:cubicBezTo>
                <a:cubicBezTo>
                  <a:pt x="25122" y="1230355"/>
                  <a:pt x="43957" y="1243202"/>
                  <a:pt x="50334" y="1262332"/>
                </a:cubicBezTo>
                <a:cubicBezTo>
                  <a:pt x="61911" y="1297064"/>
                  <a:pt x="51365" y="1282594"/>
                  <a:pt x="83889" y="1304277"/>
                </a:cubicBezTo>
                <a:cubicBezTo>
                  <a:pt x="100074" y="1385203"/>
                  <a:pt x="80254" y="1313785"/>
                  <a:pt x="109056" y="1371389"/>
                </a:cubicBezTo>
                <a:cubicBezTo>
                  <a:pt x="113011" y="1379298"/>
                  <a:pt x="113490" y="1388647"/>
                  <a:pt x="117445" y="1396556"/>
                </a:cubicBezTo>
                <a:cubicBezTo>
                  <a:pt x="126872" y="1415410"/>
                  <a:pt x="143487" y="1433638"/>
                  <a:pt x="159390" y="1446890"/>
                </a:cubicBezTo>
                <a:cubicBezTo>
                  <a:pt x="167135" y="1453345"/>
                  <a:pt x="176168" y="1458075"/>
                  <a:pt x="184557" y="1463668"/>
                </a:cubicBezTo>
                <a:cubicBezTo>
                  <a:pt x="189128" y="1477381"/>
                  <a:pt x="196029" y="1505443"/>
                  <a:pt x="209724" y="1514002"/>
                </a:cubicBezTo>
                <a:cubicBezTo>
                  <a:pt x="224721" y="1523375"/>
                  <a:pt x="245343" y="1520970"/>
                  <a:pt x="260058" y="1530780"/>
                </a:cubicBezTo>
                <a:cubicBezTo>
                  <a:pt x="276836" y="1541965"/>
                  <a:pt x="290829" y="1559445"/>
                  <a:pt x="310392" y="1564336"/>
                </a:cubicBezTo>
                <a:cubicBezTo>
                  <a:pt x="321577" y="1567132"/>
                  <a:pt x="332862" y="1569558"/>
                  <a:pt x="343948" y="1572725"/>
                </a:cubicBezTo>
                <a:cubicBezTo>
                  <a:pt x="352451" y="1575154"/>
                  <a:pt x="360303" y="1580380"/>
                  <a:pt x="369115" y="1581114"/>
                </a:cubicBezTo>
                <a:cubicBezTo>
                  <a:pt x="427701" y="1585996"/>
                  <a:pt x="486561" y="1586707"/>
                  <a:pt x="545284" y="1589503"/>
                </a:cubicBezTo>
                <a:cubicBezTo>
                  <a:pt x="615192" y="1586707"/>
                  <a:pt x="685223" y="1586099"/>
                  <a:pt x="755009" y="1581114"/>
                </a:cubicBezTo>
                <a:cubicBezTo>
                  <a:pt x="763829" y="1580484"/>
                  <a:pt x="771544" y="1574643"/>
                  <a:pt x="780176" y="1572725"/>
                </a:cubicBezTo>
                <a:cubicBezTo>
                  <a:pt x="796780" y="1569035"/>
                  <a:pt x="814008" y="1568461"/>
                  <a:pt x="830510" y="1564336"/>
                </a:cubicBezTo>
                <a:cubicBezTo>
                  <a:pt x="847668" y="1560047"/>
                  <a:pt x="880844" y="1547558"/>
                  <a:pt x="880844" y="1547558"/>
                </a:cubicBezTo>
                <a:cubicBezTo>
                  <a:pt x="928552" y="1499850"/>
                  <a:pt x="882615" y="1538283"/>
                  <a:pt x="931178" y="1514002"/>
                </a:cubicBezTo>
                <a:cubicBezTo>
                  <a:pt x="940196" y="1509493"/>
                  <a:pt x="946688" y="1500121"/>
                  <a:pt x="956345" y="1497224"/>
                </a:cubicBezTo>
                <a:cubicBezTo>
                  <a:pt x="975284" y="1491542"/>
                  <a:pt x="995493" y="1491631"/>
                  <a:pt x="1015067" y="1488835"/>
                </a:cubicBezTo>
                <a:cubicBezTo>
                  <a:pt x="1023456" y="1483242"/>
                  <a:pt x="1032489" y="1478512"/>
                  <a:pt x="1040234" y="1472057"/>
                </a:cubicBezTo>
                <a:cubicBezTo>
                  <a:pt x="1049348" y="1464462"/>
                  <a:pt x="1055530" y="1453471"/>
                  <a:pt x="1065401" y="1446890"/>
                </a:cubicBezTo>
                <a:cubicBezTo>
                  <a:pt x="1072759" y="1441985"/>
                  <a:pt x="1082179" y="1441297"/>
                  <a:pt x="1090568" y="1438501"/>
                </a:cubicBezTo>
                <a:cubicBezTo>
                  <a:pt x="1109121" y="1419948"/>
                  <a:pt x="1117543" y="1408235"/>
                  <a:pt x="1140902" y="1396556"/>
                </a:cubicBezTo>
                <a:cubicBezTo>
                  <a:pt x="1154998" y="1389508"/>
                  <a:pt x="1186186" y="1383810"/>
                  <a:pt x="1199625" y="1379778"/>
                </a:cubicBezTo>
                <a:cubicBezTo>
                  <a:pt x="1216565" y="1374696"/>
                  <a:pt x="1249959" y="1363000"/>
                  <a:pt x="1249959" y="1363000"/>
                </a:cubicBezTo>
                <a:cubicBezTo>
                  <a:pt x="1282224" y="1266206"/>
                  <a:pt x="1256950" y="1139293"/>
                  <a:pt x="1258348" y="1094552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7637276" y="422502"/>
            <a:ext cx="1266449" cy="1589503"/>
          </a:xfrm>
          <a:custGeom>
            <a:avLst/>
            <a:gdLst>
              <a:gd name="connsiteX0" fmla="*/ 892587 w 892587"/>
              <a:gd name="connsiteY0" fmla="*/ 469784 h 1166783"/>
              <a:gd name="connsiteX1" fmla="*/ 892587 w 892587"/>
              <a:gd name="connsiteY1" fmla="*/ 469784 h 1166783"/>
              <a:gd name="connsiteX2" fmla="*/ 859031 w 892587"/>
              <a:gd name="connsiteY2" fmla="*/ 402672 h 1166783"/>
              <a:gd name="connsiteX3" fmla="*/ 833864 w 892587"/>
              <a:gd name="connsiteY3" fmla="*/ 385894 h 1166783"/>
              <a:gd name="connsiteX4" fmla="*/ 825475 w 892587"/>
              <a:gd name="connsiteY4" fmla="*/ 360727 h 1166783"/>
              <a:gd name="connsiteX5" fmla="*/ 808697 w 892587"/>
              <a:gd name="connsiteY5" fmla="*/ 335560 h 1166783"/>
              <a:gd name="connsiteX6" fmla="*/ 800308 w 892587"/>
              <a:gd name="connsiteY6" fmla="*/ 310393 h 1166783"/>
              <a:gd name="connsiteX7" fmla="*/ 775141 w 892587"/>
              <a:gd name="connsiteY7" fmla="*/ 285226 h 1166783"/>
              <a:gd name="connsiteX8" fmla="*/ 733196 w 892587"/>
              <a:gd name="connsiteY8" fmla="*/ 243281 h 1166783"/>
              <a:gd name="connsiteX9" fmla="*/ 691251 w 892587"/>
              <a:gd name="connsiteY9" fmla="*/ 192947 h 1166783"/>
              <a:gd name="connsiteX10" fmla="*/ 666084 w 892587"/>
              <a:gd name="connsiteY10" fmla="*/ 184558 h 1166783"/>
              <a:gd name="connsiteX11" fmla="*/ 598972 w 892587"/>
              <a:gd name="connsiteY11" fmla="*/ 109057 h 1166783"/>
              <a:gd name="connsiteX12" fmla="*/ 573805 w 892587"/>
              <a:gd name="connsiteY12" fmla="*/ 83890 h 1166783"/>
              <a:gd name="connsiteX13" fmla="*/ 523471 w 892587"/>
              <a:gd name="connsiteY13" fmla="*/ 50334 h 1166783"/>
              <a:gd name="connsiteX14" fmla="*/ 506693 w 892587"/>
              <a:gd name="connsiteY14" fmla="*/ 25167 h 1166783"/>
              <a:gd name="connsiteX15" fmla="*/ 464748 w 892587"/>
              <a:gd name="connsiteY15" fmla="*/ 16778 h 1166783"/>
              <a:gd name="connsiteX16" fmla="*/ 439581 w 892587"/>
              <a:gd name="connsiteY16" fmla="*/ 0 h 1166783"/>
              <a:gd name="connsiteX17" fmla="*/ 179522 w 892587"/>
              <a:gd name="connsiteY17" fmla="*/ 8389 h 1166783"/>
              <a:gd name="connsiteX18" fmla="*/ 154356 w 892587"/>
              <a:gd name="connsiteY18" fmla="*/ 25167 h 1166783"/>
              <a:gd name="connsiteX19" fmla="*/ 104022 w 892587"/>
              <a:gd name="connsiteY19" fmla="*/ 41945 h 1166783"/>
              <a:gd name="connsiteX20" fmla="*/ 95633 w 892587"/>
              <a:gd name="connsiteY20" fmla="*/ 67112 h 1166783"/>
              <a:gd name="connsiteX21" fmla="*/ 62077 w 892587"/>
              <a:gd name="connsiteY21" fmla="*/ 125835 h 1166783"/>
              <a:gd name="connsiteX22" fmla="*/ 70466 w 892587"/>
              <a:gd name="connsiteY22" fmla="*/ 201336 h 1166783"/>
              <a:gd name="connsiteX23" fmla="*/ 87244 w 892587"/>
              <a:gd name="connsiteY23" fmla="*/ 226503 h 1166783"/>
              <a:gd name="connsiteX24" fmla="*/ 104022 w 892587"/>
              <a:gd name="connsiteY24" fmla="*/ 260059 h 1166783"/>
              <a:gd name="connsiteX25" fmla="*/ 154356 w 892587"/>
              <a:gd name="connsiteY25" fmla="*/ 302004 h 1166783"/>
              <a:gd name="connsiteX26" fmla="*/ 196300 w 892587"/>
              <a:gd name="connsiteY26" fmla="*/ 335560 h 1166783"/>
              <a:gd name="connsiteX27" fmla="*/ 213078 w 892587"/>
              <a:gd name="connsiteY27" fmla="*/ 360727 h 1166783"/>
              <a:gd name="connsiteX28" fmla="*/ 263412 w 892587"/>
              <a:gd name="connsiteY28" fmla="*/ 377505 h 1166783"/>
              <a:gd name="connsiteX29" fmla="*/ 288579 w 892587"/>
              <a:gd name="connsiteY29" fmla="*/ 385894 h 1166783"/>
              <a:gd name="connsiteX30" fmla="*/ 305357 w 892587"/>
              <a:gd name="connsiteY30" fmla="*/ 411061 h 1166783"/>
              <a:gd name="connsiteX31" fmla="*/ 162744 w 892587"/>
              <a:gd name="connsiteY31" fmla="*/ 394283 h 1166783"/>
              <a:gd name="connsiteX32" fmla="*/ 112411 w 892587"/>
              <a:gd name="connsiteY32" fmla="*/ 411061 h 1166783"/>
              <a:gd name="connsiteX33" fmla="*/ 45299 w 892587"/>
              <a:gd name="connsiteY33" fmla="*/ 436228 h 1166783"/>
              <a:gd name="connsiteX34" fmla="*/ 20132 w 892587"/>
              <a:gd name="connsiteY34" fmla="*/ 486562 h 1166783"/>
              <a:gd name="connsiteX35" fmla="*/ 3354 w 892587"/>
              <a:gd name="connsiteY35" fmla="*/ 511729 h 1166783"/>
              <a:gd name="connsiteX36" fmla="*/ 36910 w 892587"/>
              <a:gd name="connsiteY36" fmla="*/ 687897 h 1166783"/>
              <a:gd name="connsiteX37" fmla="*/ 62077 w 892587"/>
              <a:gd name="connsiteY37" fmla="*/ 704675 h 1166783"/>
              <a:gd name="connsiteX38" fmla="*/ 129189 w 892587"/>
              <a:gd name="connsiteY38" fmla="*/ 763398 h 1166783"/>
              <a:gd name="connsiteX39" fmla="*/ 154356 w 892587"/>
              <a:gd name="connsiteY39" fmla="*/ 780176 h 1166783"/>
              <a:gd name="connsiteX40" fmla="*/ 204689 w 892587"/>
              <a:gd name="connsiteY40" fmla="*/ 822121 h 1166783"/>
              <a:gd name="connsiteX41" fmla="*/ 255023 w 892587"/>
              <a:gd name="connsiteY41" fmla="*/ 838899 h 1166783"/>
              <a:gd name="connsiteX42" fmla="*/ 280190 w 892587"/>
              <a:gd name="connsiteY42" fmla="*/ 847288 h 1166783"/>
              <a:gd name="connsiteX43" fmla="*/ 238245 w 892587"/>
              <a:gd name="connsiteY43" fmla="*/ 855677 h 1166783"/>
              <a:gd name="connsiteX44" fmla="*/ 204689 w 892587"/>
              <a:gd name="connsiteY44" fmla="*/ 906011 h 1166783"/>
              <a:gd name="connsiteX45" fmla="*/ 179522 w 892587"/>
              <a:gd name="connsiteY45" fmla="*/ 922789 h 1166783"/>
              <a:gd name="connsiteX46" fmla="*/ 187911 w 892587"/>
              <a:gd name="connsiteY46" fmla="*/ 1073791 h 1166783"/>
              <a:gd name="connsiteX47" fmla="*/ 196300 w 892587"/>
              <a:gd name="connsiteY47" fmla="*/ 1098958 h 1166783"/>
              <a:gd name="connsiteX48" fmla="*/ 221467 w 892587"/>
              <a:gd name="connsiteY48" fmla="*/ 1124125 h 1166783"/>
              <a:gd name="connsiteX49" fmla="*/ 246634 w 892587"/>
              <a:gd name="connsiteY49" fmla="*/ 1140903 h 1166783"/>
              <a:gd name="connsiteX50" fmla="*/ 280190 w 892587"/>
              <a:gd name="connsiteY50" fmla="*/ 1149292 h 1166783"/>
              <a:gd name="connsiteX51" fmla="*/ 305357 w 892587"/>
              <a:gd name="connsiteY51" fmla="*/ 1166070 h 1166783"/>
              <a:gd name="connsiteX52" fmla="*/ 498304 w 892587"/>
              <a:gd name="connsiteY52" fmla="*/ 1157681 h 1166783"/>
              <a:gd name="connsiteX53" fmla="*/ 598972 w 892587"/>
              <a:gd name="connsiteY53" fmla="*/ 1107347 h 1166783"/>
              <a:gd name="connsiteX54" fmla="*/ 624139 w 892587"/>
              <a:gd name="connsiteY54" fmla="*/ 1098958 h 1166783"/>
              <a:gd name="connsiteX55" fmla="*/ 674473 w 892587"/>
              <a:gd name="connsiteY55" fmla="*/ 1073791 h 1166783"/>
              <a:gd name="connsiteX56" fmla="*/ 708029 w 892587"/>
              <a:gd name="connsiteY56" fmla="*/ 1048624 h 1166783"/>
              <a:gd name="connsiteX57" fmla="*/ 766752 w 892587"/>
              <a:gd name="connsiteY57" fmla="*/ 981512 h 1166783"/>
              <a:gd name="connsiteX58" fmla="*/ 817086 w 892587"/>
              <a:gd name="connsiteY58" fmla="*/ 906011 h 1166783"/>
              <a:gd name="connsiteX59" fmla="*/ 833864 w 892587"/>
              <a:gd name="connsiteY59" fmla="*/ 880844 h 1166783"/>
              <a:gd name="connsiteX60" fmla="*/ 842253 w 892587"/>
              <a:gd name="connsiteY60" fmla="*/ 847288 h 1166783"/>
              <a:gd name="connsiteX61" fmla="*/ 859031 w 892587"/>
              <a:gd name="connsiteY61" fmla="*/ 755009 h 1166783"/>
              <a:gd name="connsiteX62" fmla="*/ 867420 w 892587"/>
              <a:gd name="connsiteY62" fmla="*/ 687897 h 1166783"/>
              <a:gd name="connsiteX63" fmla="*/ 884198 w 892587"/>
              <a:gd name="connsiteY63" fmla="*/ 662730 h 1166783"/>
              <a:gd name="connsiteX64" fmla="*/ 892587 w 892587"/>
              <a:gd name="connsiteY64" fmla="*/ 469784 h 1166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892587" h="1166783">
                <a:moveTo>
                  <a:pt x="892587" y="469784"/>
                </a:moveTo>
                <a:lnTo>
                  <a:pt x="892587" y="469784"/>
                </a:lnTo>
                <a:cubicBezTo>
                  <a:pt x="881402" y="447413"/>
                  <a:pt x="873374" y="423162"/>
                  <a:pt x="859031" y="402672"/>
                </a:cubicBezTo>
                <a:cubicBezTo>
                  <a:pt x="853249" y="394412"/>
                  <a:pt x="840162" y="393767"/>
                  <a:pt x="833864" y="385894"/>
                </a:cubicBezTo>
                <a:cubicBezTo>
                  <a:pt x="828340" y="378989"/>
                  <a:pt x="829430" y="368636"/>
                  <a:pt x="825475" y="360727"/>
                </a:cubicBezTo>
                <a:cubicBezTo>
                  <a:pt x="820966" y="351709"/>
                  <a:pt x="813206" y="344578"/>
                  <a:pt x="808697" y="335560"/>
                </a:cubicBezTo>
                <a:cubicBezTo>
                  <a:pt x="804742" y="327651"/>
                  <a:pt x="805213" y="317751"/>
                  <a:pt x="800308" y="310393"/>
                </a:cubicBezTo>
                <a:cubicBezTo>
                  <a:pt x="793727" y="300522"/>
                  <a:pt x="782736" y="294340"/>
                  <a:pt x="775141" y="285226"/>
                </a:cubicBezTo>
                <a:cubicBezTo>
                  <a:pt x="740187" y="243281"/>
                  <a:pt x="779336" y="274041"/>
                  <a:pt x="733196" y="243281"/>
                </a:cubicBezTo>
                <a:cubicBezTo>
                  <a:pt x="720816" y="224711"/>
                  <a:pt x="710629" y="205866"/>
                  <a:pt x="691251" y="192947"/>
                </a:cubicBezTo>
                <a:cubicBezTo>
                  <a:pt x="683893" y="188042"/>
                  <a:pt x="674473" y="187354"/>
                  <a:pt x="666084" y="184558"/>
                </a:cubicBezTo>
                <a:cubicBezTo>
                  <a:pt x="636144" y="139648"/>
                  <a:pt x="656435" y="166520"/>
                  <a:pt x="598972" y="109057"/>
                </a:cubicBezTo>
                <a:cubicBezTo>
                  <a:pt x="590583" y="100668"/>
                  <a:pt x="583676" y="90471"/>
                  <a:pt x="573805" y="83890"/>
                </a:cubicBezTo>
                <a:lnTo>
                  <a:pt x="523471" y="50334"/>
                </a:lnTo>
                <a:cubicBezTo>
                  <a:pt x="517878" y="41945"/>
                  <a:pt x="515447" y="30169"/>
                  <a:pt x="506693" y="25167"/>
                </a:cubicBezTo>
                <a:cubicBezTo>
                  <a:pt x="494313" y="18093"/>
                  <a:pt x="478099" y="21785"/>
                  <a:pt x="464748" y="16778"/>
                </a:cubicBezTo>
                <a:cubicBezTo>
                  <a:pt x="455308" y="13238"/>
                  <a:pt x="447970" y="5593"/>
                  <a:pt x="439581" y="0"/>
                </a:cubicBezTo>
                <a:cubicBezTo>
                  <a:pt x="352895" y="2796"/>
                  <a:pt x="265918" y="766"/>
                  <a:pt x="179522" y="8389"/>
                </a:cubicBezTo>
                <a:cubicBezTo>
                  <a:pt x="169479" y="9275"/>
                  <a:pt x="163569" y="21072"/>
                  <a:pt x="154356" y="25167"/>
                </a:cubicBezTo>
                <a:cubicBezTo>
                  <a:pt x="138195" y="32350"/>
                  <a:pt x="104022" y="41945"/>
                  <a:pt x="104022" y="41945"/>
                </a:cubicBezTo>
                <a:cubicBezTo>
                  <a:pt x="101226" y="50334"/>
                  <a:pt x="99116" y="58984"/>
                  <a:pt x="95633" y="67112"/>
                </a:cubicBezTo>
                <a:cubicBezTo>
                  <a:pt x="82861" y="96914"/>
                  <a:pt x="78927" y="100560"/>
                  <a:pt x="62077" y="125835"/>
                </a:cubicBezTo>
                <a:cubicBezTo>
                  <a:pt x="64873" y="151002"/>
                  <a:pt x="64325" y="176770"/>
                  <a:pt x="70466" y="201336"/>
                </a:cubicBezTo>
                <a:cubicBezTo>
                  <a:pt x="72911" y="211117"/>
                  <a:pt x="82242" y="217749"/>
                  <a:pt x="87244" y="226503"/>
                </a:cubicBezTo>
                <a:cubicBezTo>
                  <a:pt x="93449" y="237361"/>
                  <a:pt x="96753" y="249883"/>
                  <a:pt x="104022" y="260059"/>
                </a:cubicBezTo>
                <a:cubicBezTo>
                  <a:pt x="118702" y="280611"/>
                  <a:pt x="134289" y="288626"/>
                  <a:pt x="154356" y="302004"/>
                </a:cubicBezTo>
                <a:cubicBezTo>
                  <a:pt x="202434" y="374126"/>
                  <a:pt x="138417" y="289253"/>
                  <a:pt x="196300" y="335560"/>
                </a:cubicBezTo>
                <a:cubicBezTo>
                  <a:pt x="204173" y="341858"/>
                  <a:pt x="204528" y="355383"/>
                  <a:pt x="213078" y="360727"/>
                </a:cubicBezTo>
                <a:cubicBezTo>
                  <a:pt x="228075" y="370100"/>
                  <a:pt x="246634" y="371912"/>
                  <a:pt x="263412" y="377505"/>
                </a:cubicBezTo>
                <a:lnTo>
                  <a:pt x="288579" y="385894"/>
                </a:lnTo>
                <a:cubicBezTo>
                  <a:pt x="294172" y="394283"/>
                  <a:pt x="315302" y="409403"/>
                  <a:pt x="305357" y="411061"/>
                </a:cubicBezTo>
                <a:cubicBezTo>
                  <a:pt x="239218" y="422084"/>
                  <a:pt x="211599" y="410568"/>
                  <a:pt x="162744" y="394283"/>
                </a:cubicBezTo>
                <a:cubicBezTo>
                  <a:pt x="145966" y="399876"/>
                  <a:pt x="128229" y="403152"/>
                  <a:pt x="112411" y="411061"/>
                </a:cubicBezTo>
                <a:cubicBezTo>
                  <a:pt x="68543" y="432995"/>
                  <a:pt x="90987" y="424806"/>
                  <a:pt x="45299" y="436228"/>
                </a:cubicBezTo>
                <a:cubicBezTo>
                  <a:pt x="-2784" y="508353"/>
                  <a:pt x="54864" y="417098"/>
                  <a:pt x="20132" y="486562"/>
                </a:cubicBezTo>
                <a:cubicBezTo>
                  <a:pt x="15623" y="495580"/>
                  <a:pt x="8947" y="503340"/>
                  <a:pt x="3354" y="511729"/>
                </a:cubicBezTo>
                <a:cubicBezTo>
                  <a:pt x="9892" y="629417"/>
                  <a:pt x="-23313" y="637711"/>
                  <a:pt x="36910" y="687897"/>
                </a:cubicBezTo>
                <a:cubicBezTo>
                  <a:pt x="44655" y="694352"/>
                  <a:pt x="53688" y="699082"/>
                  <a:pt x="62077" y="704675"/>
                </a:cubicBezTo>
                <a:cubicBezTo>
                  <a:pt x="102028" y="764602"/>
                  <a:pt x="76070" y="750118"/>
                  <a:pt x="129189" y="763398"/>
                </a:cubicBezTo>
                <a:cubicBezTo>
                  <a:pt x="137578" y="768991"/>
                  <a:pt x="146611" y="773721"/>
                  <a:pt x="154356" y="780176"/>
                </a:cubicBezTo>
                <a:cubicBezTo>
                  <a:pt x="176935" y="798992"/>
                  <a:pt x="177908" y="810218"/>
                  <a:pt x="204689" y="822121"/>
                </a:cubicBezTo>
                <a:cubicBezTo>
                  <a:pt x="220850" y="829304"/>
                  <a:pt x="238245" y="833306"/>
                  <a:pt x="255023" y="838899"/>
                </a:cubicBezTo>
                <a:lnTo>
                  <a:pt x="280190" y="847288"/>
                </a:lnTo>
                <a:cubicBezTo>
                  <a:pt x="266208" y="850084"/>
                  <a:pt x="250998" y="849300"/>
                  <a:pt x="238245" y="855677"/>
                </a:cubicBezTo>
                <a:cubicBezTo>
                  <a:pt x="189765" y="879917"/>
                  <a:pt x="229545" y="874941"/>
                  <a:pt x="204689" y="906011"/>
                </a:cubicBezTo>
                <a:cubicBezTo>
                  <a:pt x="198391" y="913884"/>
                  <a:pt x="187911" y="917196"/>
                  <a:pt x="179522" y="922789"/>
                </a:cubicBezTo>
                <a:cubicBezTo>
                  <a:pt x="182318" y="973123"/>
                  <a:pt x="183132" y="1023606"/>
                  <a:pt x="187911" y="1073791"/>
                </a:cubicBezTo>
                <a:cubicBezTo>
                  <a:pt x="188749" y="1082594"/>
                  <a:pt x="191395" y="1091600"/>
                  <a:pt x="196300" y="1098958"/>
                </a:cubicBezTo>
                <a:cubicBezTo>
                  <a:pt x="202881" y="1108829"/>
                  <a:pt x="212353" y="1116530"/>
                  <a:pt x="221467" y="1124125"/>
                </a:cubicBezTo>
                <a:cubicBezTo>
                  <a:pt x="229212" y="1130580"/>
                  <a:pt x="237367" y="1136931"/>
                  <a:pt x="246634" y="1140903"/>
                </a:cubicBezTo>
                <a:cubicBezTo>
                  <a:pt x="257231" y="1145445"/>
                  <a:pt x="269005" y="1146496"/>
                  <a:pt x="280190" y="1149292"/>
                </a:cubicBezTo>
                <a:cubicBezTo>
                  <a:pt x="288579" y="1154885"/>
                  <a:pt x="295282" y="1165683"/>
                  <a:pt x="305357" y="1166070"/>
                </a:cubicBezTo>
                <a:cubicBezTo>
                  <a:pt x="369686" y="1168544"/>
                  <a:pt x="434269" y="1164305"/>
                  <a:pt x="498304" y="1157681"/>
                </a:cubicBezTo>
                <a:cubicBezTo>
                  <a:pt x="581029" y="1149123"/>
                  <a:pt x="518802" y="1134070"/>
                  <a:pt x="598972" y="1107347"/>
                </a:cubicBezTo>
                <a:cubicBezTo>
                  <a:pt x="607361" y="1104551"/>
                  <a:pt x="616230" y="1102913"/>
                  <a:pt x="624139" y="1098958"/>
                </a:cubicBezTo>
                <a:cubicBezTo>
                  <a:pt x="689188" y="1066433"/>
                  <a:pt x="611215" y="1094877"/>
                  <a:pt x="674473" y="1073791"/>
                </a:cubicBezTo>
                <a:cubicBezTo>
                  <a:pt x="685658" y="1065402"/>
                  <a:pt x="698740" y="1059074"/>
                  <a:pt x="708029" y="1048624"/>
                </a:cubicBezTo>
                <a:cubicBezTo>
                  <a:pt x="779208" y="968547"/>
                  <a:pt x="708792" y="1020152"/>
                  <a:pt x="766752" y="981512"/>
                </a:cubicBezTo>
                <a:lnTo>
                  <a:pt x="817086" y="906011"/>
                </a:lnTo>
                <a:lnTo>
                  <a:pt x="833864" y="880844"/>
                </a:lnTo>
                <a:cubicBezTo>
                  <a:pt x="836660" y="869659"/>
                  <a:pt x="840358" y="858661"/>
                  <a:pt x="842253" y="847288"/>
                </a:cubicBezTo>
                <a:cubicBezTo>
                  <a:pt x="858063" y="752430"/>
                  <a:pt x="841032" y="809005"/>
                  <a:pt x="859031" y="755009"/>
                </a:cubicBezTo>
                <a:cubicBezTo>
                  <a:pt x="861827" y="732638"/>
                  <a:pt x="861488" y="709647"/>
                  <a:pt x="867420" y="687897"/>
                </a:cubicBezTo>
                <a:cubicBezTo>
                  <a:pt x="870073" y="678170"/>
                  <a:pt x="882085" y="672589"/>
                  <a:pt x="884198" y="662730"/>
                </a:cubicBezTo>
                <a:cubicBezTo>
                  <a:pt x="895372" y="610586"/>
                  <a:pt x="891189" y="501942"/>
                  <a:pt x="892587" y="46978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-998553" y="2791738"/>
            <a:ext cx="3388497" cy="3388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/>
          <p:cNvSpPr/>
          <p:nvPr/>
        </p:nvSpPr>
        <p:spPr>
          <a:xfrm>
            <a:off x="5335400" y="413264"/>
            <a:ext cx="914400" cy="409068"/>
          </a:xfrm>
          <a:prstGeom prst="roundRect">
            <a:avLst>
              <a:gd name="adj" fmla="val 42787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4555221" y="492959"/>
            <a:ext cx="914400" cy="2496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231957" y="413264"/>
            <a:ext cx="427839" cy="42783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/>
          <p:cNvSpPr/>
          <p:nvPr/>
        </p:nvSpPr>
        <p:spPr>
          <a:xfrm>
            <a:off x="5335400" y="457716"/>
            <a:ext cx="697735" cy="320161"/>
          </a:xfrm>
          <a:prstGeom prst="roundRect">
            <a:avLst>
              <a:gd name="adj" fmla="val 42787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4540398" y="514349"/>
            <a:ext cx="151617" cy="2057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4540397" y="516254"/>
            <a:ext cx="151617" cy="2057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46660">
            <a:off x="270390" y="4044008"/>
            <a:ext cx="2048434" cy="45724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756" y="988634"/>
            <a:ext cx="2048434" cy="45724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08815">
            <a:off x="7956181" y="3729047"/>
            <a:ext cx="2048434" cy="4572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33973" y="-481756"/>
            <a:ext cx="3388497" cy="3388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6697398" y="2060218"/>
            <a:ext cx="3388497" cy="3388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smtClean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2396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89670" cy="33896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670" y="0"/>
            <a:ext cx="3389670" cy="33896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340" y="0"/>
            <a:ext cx="3389670" cy="33896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215" y="3603605"/>
            <a:ext cx="10169009" cy="33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82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83573" cy="33835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573" y="-6097"/>
            <a:ext cx="3389670" cy="33896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146" y="-6097"/>
            <a:ext cx="3389670" cy="33835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552" y="3217525"/>
            <a:ext cx="10156816" cy="33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65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43680" y="2346960"/>
            <a:ext cx="5659120" cy="3312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619760" y="1280160"/>
            <a:ext cx="1625600" cy="162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4570644" y="2752501"/>
            <a:ext cx="1921596" cy="1453739"/>
          </a:xfrm>
          <a:custGeom>
            <a:avLst/>
            <a:gdLst>
              <a:gd name="connsiteX0" fmla="*/ 162560 w 1397411"/>
              <a:gd name="connsiteY0" fmla="*/ 305659 h 1098139"/>
              <a:gd name="connsiteX1" fmla="*/ 162560 w 1397411"/>
              <a:gd name="connsiteY1" fmla="*/ 305659 h 1098139"/>
              <a:gd name="connsiteX2" fmla="*/ 121920 w 1397411"/>
              <a:gd name="connsiteY2" fmla="*/ 214219 h 1098139"/>
              <a:gd name="connsiteX3" fmla="*/ 111760 w 1397411"/>
              <a:gd name="connsiteY3" fmla="*/ 51659 h 1098139"/>
              <a:gd name="connsiteX4" fmla="*/ 162560 w 1397411"/>
              <a:gd name="connsiteY4" fmla="*/ 41499 h 1098139"/>
              <a:gd name="connsiteX5" fmla="*/ 254000 w 1397411"/>
              <a:gd name="connsiteY5" fmla="*/ 31339 h 1098139"/>
              <a:gd name="connsiteX6" fmla="*/ 812800 w 1397411"/>
              <a:gd name="connsiteY6" fmla="*/ 31339 h 1098139"/>
              <a:gd name="connsiteX7" fmla="*/ 853440 w 1397411"/>
              <a:gd name="connsiteY7" fmla="*/ 61819 h 1098139"/>
              <a:gd name="connsiteX8" fmla="*/ 924560 w 1397411"/>
              <a:gd name="connsiteY8" fmla="*/ 132939 h 1098139"/>
              <a:gd name="connsiteX9" fmla="*/ 965200 w 1397411"/>
              <a:gd name="connsiteY9" fmla="*/ 173579 h 1098139"/>
              <a:gd name="connsiteX10" fmla="*/ 1036320 w 1397411"/>
              <a:gd name="connsiteY10" fmla="*/ 204059 h 1098139"/>
              <a:gd name="connsiteX11" fmla="*/ 1076960 w 1397411"/>
              <a:gd name="connsiteY11" fmla="*/ 224379 h 1098139"/>
              <a:gd name="connsiteX12" fmla="*/ 1148080 w 1397411"/>
              <a:gd name="connsiteY12" fmla="*/ 234539 h 1098139"/>
              <a:gd name="connsiteX13" fmla="*/ 1178560 w 1397411"/>
              <a:gd name="connsiteY13" fmla="*/ 254859 h 1098139"/>
              <a:gd name="connsiteX14" fmla="*/ 1209040 w 1397411"/>
              <a:gd name="connsiteY14" fmla="*/ 325979 h 1098139"/>
              <a:gd name="connsiteX15" fmla="*/ 1219200 w 1397411"/>
              <a:gd name="connsiteY15" fmla="*/ 397099 h 1098139"/>
              <a:gd name="connsiteX16" fmla="*/ 1229360 w 1397411"/>
              <a:gd name="connsiteY16" fmla="*/ 762859 h 1098139"/>
              <a:gd name="connsiteX17" fmla="*/ 1259840 w 1397411"/>
              <a:gd name="connsiteY17" fmla="*/ 793339 h 1098139"/>
              <a:gd name="connsiteX18" fmla="*/ 1330960 w 1397411"/>
              <a:gd name="connsiteY18" fmla="*/ 844139 h 1098139"/>
              <a:gd name="connsiteX19" fmla="*/ 1381760 w 1397411"/>
              <a:gd name="connsiteY19" fmla="*/ 854299 h 1098139"/>
              <a:gd name="connsiteX20" fmla="*/ 1371600 w 1397411"/>
              <a:gd name="connsiteY20" fmla="*/ 1006699 h 1098139"/>
              <a:gd name="connsiteX21" fmla="*/ 1341120 w 1397411"/>
              <a:gd name="connsiteY21" fmla="*/ 1016859 h 1098139"/>
              <a:gd name="connsiteX22" fmla="*/ 1249680 w 1397411"/>
              <a:gd name="connsiteY22" fmla="*/ 1057499 h 1098139"/>
              <a:gd name="connsiteX23" fmla="*/ 1066800 w 1397411"/>
              <a:gd name="connsiteY23" fmla="*/ 1077819 h 1098139"/>
              <a:gd name="connsiteX24" fmla="*/ 1026160 w 1397411"/>
              <a:gd name="connsiteY24" fmla="*/ 1087979 h 1098139"/>
              <a:gd name="connsiteX25" fmla="*/ 995680 w 1397411"/>
              <a:gd name="connsiteY25" fmla="*/ 1098139 h 1098139"/>
              <a:gd name="connsiteX26" fmla="*/ 772160 w 1397411"/>
              <a:gd name="connsiteY26" fmla="*/ 1087979 h 1098139"/>
              <a:gd name="connsiteX27" fmla="*/ 670560 w 1397411"/>
              <a:gd name="connsiteY27" fmla="*/ 1057499 h 1098139"/>
              <a:gd name="connsiteX28" fmla="*/ 640080 w 1397411"/>
              <a:gd name="connsiteY28" fmla="*/ 1047339 h 1098139"/>
              <a:gd name="connsiteX29" fmla="*/ 609600 w 1397411"/>
              <a:gd name="connsiteY29" fmla="*/ 1037179 h 1098139"/>
              <a:gd name="connsiteX30" fmla="*/ 528320 w 1397411"/>
              <a:gd name="connsiteY30" fmla="*/ 996539 h 1098139"/>
              <a:gd name="connsiteX31" fmla="*/ 497840 w 1397411"/>
              <a:gd name="connsiteY31" fmla="*/ 986379 h 1098139"/>
              <a:gd name="connsiteX32" fmla="*/ 447040 w 1397411"/>
              <a:gd name="connsiteY32" fmla="*/ 976219 h 1098139"/>
              <a:gd name="connsiteX33" fmla="*/ 406400 w 1397411"/>
              <a:gd name="connsiteY33" fmla="*/ 966059 h 1098139"/>
              <a:gd name="connsiteX34" fmla="*/ 223520 w 1397411"/>
              <a:gd name="connsiteY34" fmla="*/ 935579 h 1098139"/>
              <a:gd name="connsiteX35" fmla="*/ 193040 w 1397411"/>
              <a:gd name="connsiteY35" fmla="*/ 915259 h 1098139"/>
              <a:gd name="connsiteX36" fmla="*/ 132080 w 1397411"/>
              <a:gd name="connsiteY36" fmla="*/ 894939 h 1098139"/>
              <a:gd name="connsiteX37" fmla="*/ 71120 w 1397411"/>
              <a:gd name="connsiteY37" fmla="*/ 833979 h 1098139"/>
              <a:gd name="connsiteX38" fmla="*/ 60960 w 1397411"/>
              <a:gd name="connsiteY38" fmla="*/ 803499 h 1098139"/>
              <a:gd name="connsiteX39" fmla="*/ 30480 w 1397411"/>
              <a:gd name="connsiteY39" fmla="*/ 742539 h 1098139"/>
              <a:gd name="connsiteX40" fmla="*/ 20320 w 1397411"/>
              <a:gd name="connsiteY40" fmla="*/ 701899 h 1098139"/>
              <a:gd name="connsiteX41" fmla="*/ 0 w 1397411"/>
              <a:gd name="connsiteY41" fmla="*/ 640939 h 1098139"/>
              <a:gd name="connsiteX42" fmla="*/ 10160 w 1397411"/>
              <a:gd name="connsiteY42" fmla="*/ 498699 h 1098139"/>
              <a:gd name="connsiteX43" fmla="*/ 30480 w 1397411"/>
              <a:gd name="connsiteY43" fmla="*/ 447899 h 1098139"/>
              <a:gd name="connsiteX44" fmla="*/ 121920 w 1397411"/>
              <a:gd name="connsiteY44" fmla="*/ 336139 h 1098139"/>
              <a:gd name="connsiteX45" fmla="*/ 162560 w 1397411"/>
              <a:gd name="connsiteY45" fmla="*/ 305659 h 1098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397411" h="1098139">
                <a:moveTo>
                  <a:pt x="162560" y="305659"/>
                </a:moveTo>
                <a:lnTo>
                  <a:pt x="162560" y="305659"/>
                </a:lnTo>
                <a:cubicBezTo>
                  <a:pt x="149013" y="275179"/>
                  <a:pt x="135898" y="244504"/>
                  <a:pt x="121920" y="214219"/>
                </a:cubicBezTo>
                <a:cubicBezTo>
                  <a:pt x="94468" y="154739"/>
                  <a:pt x="70440" y="141187"/>
                  <a:pt x="111760" y="51659"/>
                </a:cubicBezTo>
                <a:cubicBezTo>
                  <a:pt x="118997" y="35980"/>
                  <a:pt x="145465" y="43941"/>
                  <a:pt x="162560" y="41499"/>
                </a:cubicBezTo>
                <a:cubicBezTo>
                  <a:pt x="192919" y="37162"/>
                  <a:pt x="223520" y="34726"/>
                  <a:pt x="254000" y="31339"/>
                </a:cubicBezTo>
                <a:cubicBezTo>
                  <a:pt x="455156" y="-18950"/>
                  <a:pt x="368264" y="-991"/>
                  <a:pt x="812800" y="31339"/>
                </a:cubicBezTo>
                <a:cubicBezTo>
                  <a:pt x="829689" y="32567"/>
                  <a:pt x="840910" y="50428"/>
                  <a:pt x="853440" y="61819"/>
                </a:cubicBezTo>
                <a:cubicBezTo>
                  <a:pt x="878247" y="84371"/>
                  <a:pt x="900853" y="109232"/>
                  <a:pt x="924560" y="132939"/>
                </a:cubicBezTo>
                <a:cubicBezTo>
                  <a:pt x="938107" y="146486"/>
                  <a:pt x="948065" y="165011"/>
                  <a:pt x="965200" y="173579"/>
                </a:cubicBezTo>
                <a:cubicBezTo>
                  <a:pt x="1099986" y="240972"/>
                  <a:pt x="931674" y="159211"/>
                  <a:pt x="1036320" y="204059"/>
                </a:cubicBezTo>
                <a:cubicBezTo>
                  <a:pt x="1050241" y="210025"/>
                  <a:pt x="1062348" y="220394"/>
                  <a:pt x="1076960" y="224379"/>
                </a:cubicBezTo>
                <a:cubicBezTo>
                  <a:pt x="1100064" y="230680"/>
                  <a:pt x="1124373" y="231152"/>
                  <a:pt x="1148080" y="234539"/>
                </a:cubicBezTo>
                <a:cubicBezTo>
                  <a:pt x="1158240" y="241312"/>
                  <a:pt x="1170743" y="245478"/>
                  <a:pt x="1178560" y="254859"/>
                </a:cubicBezTo>
                <a:cubicBezTo>
                  <a:pt x="1192510" y="271599"/>
                  <a:pt x="1201982" y="304804"/>
                  <a:pt x="1209040" y="325979"/>
                </a:cubicBezTo>
                <a:cubicBezTo>
                  <a:pt x="1212427" y="349686"/>
                  <a:pt x="1218087" y="373178"/>
                  <a:pt x="1219200" y="397099"/>
                </a:cubicBezTo>
                <a:cubicBezTo>
                  <a:pt x="1224867" y="518934"/>
                  <a:pt x="1216916" y="641528"/>
                  <a:pt x="1229360" y="762859"/>
                </a:cubicBezTo>
                <a:cubicBezTo>
                  <a:pt x="1230826" y="777152"/>
                  <a:pt x="1248931" y="783988"/>
                  <a:pt x="1259840" y="793339"/>
                </a:cubicBezTo>
                <a:cubicBezTo>
                  <a:pt x="1261658" y="794897"/>
                  <a:pt x="1321430" y="840565"/>
                  <a:pt x="1330960" y="844139"/>
                </a:cubicBezTo>
                <a:cubicBezTo>
                  <a:pt x="1347129" y="850202"/>
                  <a:pt x="1364827" y="850912"/>
                  <a:pt x="1381760" y="854299"/>
                </a:cubicBezTo>
                <a:cubicBezTo>
                  <a:pt x="1401464" y="913411"/>
                  <a:pt x="1407087" y="914433"/>
                  <a:pt x="1371600" y="1006699"/>
                </a:cubicBezTo>
                <a:cubicBezTo>
                  <a:pt x="1367755" y="1016695"/>
                  <a:pt x="1350699" y="1012070"/>
                  <a:pt x="1341120" y="1016859"/>
                </a:cubicBezTo>
                <a:cubicBezTo>
                  <a:pt x="1295750" y="1039544"/>
                  <a:pt x="1317082" y="1050010"/>
                  <a:pt x="1249680" y="1057499"/>
                </a:cubicBezTo>
                <a:lnTo>
                  <a:pt x="1066800" y="1077819"/>
                </a:lnTo>
                <a:cubicBezTo>
                  <a:pt x="1053253" y="1081206"/>
                  <a:pt x="1039586" y="1084143"/>
                  <a:pt x="1026160" y="1087979"/>
                </a:cubicBezTo>
                <a:cubicBezTo>
                  <a:pt x="1015862" y="1090921"/>
                  <a:pt x="1006390" y="1098139"/>
                  <a:pt x="995680" y="1098139"/>
                </a:cubicBezTo>
                <a:cubicBezTo>
                  <a:pt x="921096" y="1098139"/>
                  <a:pt x="846667" y="1091366"/>
                  <a:pt x="772160" y="1087979"/>
                </a:cubicBezTo>
                <a:cubicBezTo>
                  <a:pt x="710740" y="1072624"/>
                  <a:pt x="744767" y="1082235"/>
                  <a:pt x="670560" y="1057499"/>
                </a:cubicBezTo>
                <a:lnTo>
                  <a:pt x="640080" y="1047339"/>
                </a:lnTo>
                <a:cubicBezTo>
                  <a:pt x="629920" y="1043952"/>
                  <a:pt x="619179" y="1041968"/>
                  <a:pt x="609600" y="1037179"/>
                </a:cubicBezTo>
                <a:cubicBezTo>
                  <a:pt x="582507" y="1023632"/>
                  <a:pt x="557057" y="1006118"/>
                  <a:pt x="528320" y="996539"/>
                </a:cubicBezTo>
                <a:cubicBezTo>
                  <a:pt x="518160" y="993152"/>
                  <a:pt x="508230" y="988976"/>
                  <a:pt x="497840" y="986379"/>
                </a:cubicBezTo>
                <a:cubicBezTo>
                  <a:pt x="481087" y="982191"/>
                  <a:pt x="463897" y="979965"/>
                  <a:pt x="447040" y="976219"/>
                </a:cubicBezTo>
                <a:cubicBezTo>
                  <a:pt x="433409" y="973190"/>
                  <a:pt x="419947" y="969446"/>
                  <a:pt x="406400" y="966059"/>
                </a:cubicBezTo>
                <a:cubicBezTo>
                  <a:pt x="325663" y="912235"/>
                  <a:pt x="421021" y="968496"/>
                  <a:pt x="223520" y="935579"/>
                </a:cubicBezTo>
                <a:cubicBezTo>
                  <a:pt x="211475" y="933572"/>
                  <a:pt x="204198" y="920218"/>
                  <a:pt x="193040" y="915259"/>
                </a:cubicBezTo>
                <a:cubicBezTo>
                  <a:pt x="173467" y="906560"/>
                  <a:pt x="132080" y="894939"/>
                  <a:pt x="132080" y="894939"/>
                </a:cubicBezTo>
                <a:cubicBezTo>
                  <a:pt x="77893" y="786566"/>
                  <a:pt x="152400" y="915259"/>
                  <a:pt x="71120" y="833979"/>
                </a:cubicBezTo>
                <a:cubicBezTo>
                  <a:pt x="63547" y="826406"/>
                  <a:pt x="65749" y="813078"/>
                  <a:pt x="60960" y="803499"/>
                </a:cubicBezTo>
                <a:cubicBezTo>
                  <a:pt x="31275" y="744129"/>
                  <a:pt x="47505" y="802126"/>
                  <a:pt x="30480" y="742539"/>
                </a:cubicBezTo>
                <a:cubicBezTo>
                  <a:pt x="26644" y="729113"/>
                  <a:pt x="24332" y="715274"/>
                  <a:pt x="20320" y="701899"/>
                </a:cubicBezTo>
                <a:cubicBezTo>
                  <a:pt x="14165" y="681383"/>
                  <a:pt x="0" y="640939"/>
                  <a:pt x="0" y="640939"/>
                </a:cubicBezTo>
                <a:cubicBezTo>
                  <a:pt x="3387" y="593526"/>
                  <a:pt x="2746" y="545651"/>
                  <a:pt x="10160" y="498699"/>
                </a:cubicBezTo>
                <a:cubicBezTo>
                  <a:pt x="13004" y="480684"/>
                  <a:pt x="20922" y="463431"/>
                  <a:pt x="30480" y="447899"/>
                </a:cubicBezTo>
                <a:cubicBezTo>
                  <a:pt x="67590" y="387595"/>
                  <a:pt x="81269" y="376790"/>
                  <a:pt x="121920" y="336139"/>
                </a:cubicBezTo>
                <a:cubicBezTo>
                  <a:pt x="134475" y="298475"/>
                  <a:pt x="155787" y="310739"/>
                  <a:pt x="162560" y="305659"/>
                </a:cubicBezTo>
                <a:close/>
              </a:path>
            </a:pathLst>
          </a:custGeom>
          <a:solidFill>
            <a:srgbClr val="666633"/>
          </a:solidFill>
          <a:ln>
            <a:solidFill>
              <a:srgbClr val="66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6491295" y="3576320"/>
            <a:ext cx="1209040" cy="1381760"/>
          </a:xfrm>
          <a:custGeom>
            <a:avLst/>
            <a:gdLst>
              <a:gd name="connsiteX0" fmla="*/ 701040 w 1209040"/>
              <a:gd name="connsiteY0" fmla="*/ 0 h 1158240"/>
              <a:gd name="connsiteX1" fmla="*/ 701040 w 1209040"/>
              <a:gd name="connsiteY1" fmla="*/ 0 h 1158240"/>
              <a:gd name="connsiteX2" fmla="*/ 731520 w 1209040"/>
              <a:gd name="connsiteY2" fmla="*/ 111760 h 1158240"/>
              <a:gd name="connsiteX3" fmla="*/ 762000 w 1209040"/>
              <a:gd name="connsiteY3" fmla="*/ 264160 h 1158240"/>
              <a:gd name="connsiteX4" fmla="*/ 751840 w 1209040"/>
              <a:gd name="connsiteY4" fmla="*/ 487680 h 1158240"/>
              <a:gd name="connsiteX5" fmla="*/ 721360 w 1209040"/>
              <a:gd name="connsiteY5" fmla="*/ 508000 h 1158240"/>
              <a:gd name="connsiteX6" fmla="*/ 640080 w 1209040"/>
              <a:gd name="connsiteY6" fmla="*/ 538480 h 1158240"/>
              <a:gd name="connsiteX7" fmla="*/ 609600 w 1209040"/>
              <a:gd name="connsiteY7" fmla="*/ 558800 h 1158240"/>
              <a:gd name="connsiteX8" fmla="*/ 528320 w 1209040"/>
              <a:gd name="connsiteY8" fmla="*/ 589280 h 1158240"/>
              <a:gd name="connsiteX9" fmla="*/ 487680 w 1209040"/>
              <a:gd name="connsiteY9" fmla="*/ 599440 h 1158240"/>
              <a:gd name="connsiteX10" fmla="*/ 436880 w 1209040"/>
              <a:gd name="connsiteY10" fmla="*/ 619760 h 1158240"/>
              <a:gd name="connsiteX11" fmla="*/ 386080 w 1209040"/>
              <a:gd name="connsiteY11" fmla="*/ 629920 h 1158240"/>
              <a:gd name="connsiteX12" fmla="*/ 304800 w 1209040"/>
              <a:gd name="connsiteY12" fmla="*/ 650240 h 1158240"/>
              <a:gd name="connsiteX13" fmla="*/ 243840 w 1209040"/>
              <a:gd name="connsiteY13" fmla="*/ 660400 h 1158240"/>
              <a:gd name="connsiteX14" fmla="*/ 182880 w 1209040"/>
              <a:gd name="connsiteY14" fmla="*/ 690880 h 1158240"/>
              <a:gd name="connsiteX15" fmla="*/ 152400 w 1209040"/>
              <a:gd name="connsiteY15" fmla="*/ 701040 h 1158240"/>
              <a:gd name="connsiteX16" fmla="*/ 81280 w 1209040"/>
              <a:gd name="connsiteY16" fmla="*/ 772160 h 1158240"/>
              <a:gd name="connsiteX17" fmla="*/ 50800 w 1209040"/>
              <a:gd name="connsiteY17" fmla="*/ 792480 h 1158240"/>
              <a:gd name="connsiteX18" fmla="*/ 0 w 1209040"/>
              <a:gd name="connsiteY18" fmla="*/ 853440 h 1158240"/>
              <a:gd name="connsiteX19" fmla="*/ 30480 w 1209040"/>
              <a:gd name="connsiteY19" fmla="*/ 1005840 h 1158240"/>
              <a:gd name="connsiteX20" fmla="*/ 71120 w 1209040"/>
              <a:gd name="connsiteY20" fmla="*/ 1046480 h 1158240"/>
              <a:gd name="connsiteX21" fmla="*/ 111760 w 1209040"/>
              <a:gd name="connsiteY21" fmla="*/ 1066800 h 1158240"/>
              <a:gd name="connsiteX22" fmla="*/ 132080 w 1209040"/>
              <a:gd name="connsiteY22" fmla="*/ 1097280 h 1158240"/>
              <a:gd name="connsiteX23" fmla="*/ 172720 w 1209040"/>
              <a:gd name="connsiteY23" fmla="*/ 1107440 h 1158240"/>
              <a:gd name="connsiteX24" fmla="*/ 243840 w 1209040"/>
              <a:gd name="connsiteY24" fmla="*/ 1117600 h 1158240"/>
              <a:gd name="connsiteX25" fmla="*/ 304800 w 1209040"/>
              <a:gd name="connsiteY25" fmla="*/ 1137920 h 1158240"/>
              <a:gd name="connsiteX26" fmla="*/ 457200 w 1209040"/>
              <a:gd name="connsiteY26" fmla="*/ 1158240 h 1158240"/>
              <a:gd name="connsiteX27" fmla="*/ 1087120 w 1209040"/>
              <a:gd name="connsiteY27" fmla="*/ 1148080 h 1158240"/>
              <a:gd name="connsiteX28" fmla="*/ 1117600 w 1209040"/>
              <a:gd name="connsiteY28" fmla="*/ 1127760 h 1158240"/>
              <a:gd name="connsiteX29" fmla="*/ 1127760 w 1209040"/>
              <a:gd name="connsiteY29" fmla="*/ 1036320 h 1158240"/>
              <a:gd name="connsiteX30" fmla="*/ 1148080 w 1209040"/>
              <a:gd name="connsiteY30" fmla="*/ 965200 h 1158240"/>
              <a:gd name="connsiteX31" fmla="*/ 1168400 w 1209040"/>
              <a:gd name="connsiteY31" fmla="*/ 894080 h 1158240"/>
              <a:gd name="connsiteX32" fmla="*/ 1178560 w 1209040"/>
              <a:gd name="connsiteY32" fmla="*/ 792480 h 1158240"/>
              <a:gd name="connsiteX33" fmla="*/ 1188720 w 1209040"/>
              <a:gd name="connsiteY33" fmla="*/ 751840 h 1158240"/>
              <a:gd name="connsiteX34" fmla="*/ 1209040 w 1209040"/>
              <a:gd name="connsiteY34" fmla="*/ 650240 h 1158240"/>
              <a:gd name="connsiteX35" fmla="*/ 1198880 w 1209040"/>
              <a:gd name="connsiteY35" fmla="*/ 284480 h 1158240"/>
              <a:gd name="connsiteX36" fmla="*/ 1178560 w 1209040"/>
              <a:gd name="connsiteY36" fmla="*/ 243840 h 1158240"/>
              <a:gd name="connsiteX37" fmla="*/ 1158240 w 1209040"/>
              <a:gd name="connsiteY37" fmla="*/ 182880 h 1158240"/>
              <a:gd name="connsiteX38" fmla="*/ 1097280 w 1209040"/>
              <a:gd name="connsiteY38" fmla="*/ 152400 h 1158240"/>
              <a:gd name="connsiteX39" fmla="*/ 1066800 w 1209040"/>
              <a:gd name="connsiteY39" fmla="*/ 142240 h 1158240"/>
              <a:gd name="connsiteX40" fmla="*/ 1036320 w 1209040"/>
              <a:gd name="connsiteY40" fmla="*/ 121920 h 1158240"/>
              <a:gd name="connsiteX41" fmla="*/ 975360 w 1209040"/>
              <a:gd name="connsiteY41" fmla="*/ 111760 h 1158240"/>
              <a:gd name="connsiteX42" fmla="*/ 934720 w 1209040"/>
              <a:gd name="connsiteY42" fmla="*/ 91440 h 1158240"/>
              <a:gd name="connsiteX43" fmla="*/ 873760 w 1209040"/>
              <a:gd name="connsiteY43" fmla="*/ 50800 h 1158240"/>
              <a:gd name="connsiteX44" fmla="*/ 833120 w 1209040"/>
              <a:gd name="connsiteY44" fmla="*/ 40640 h 1158240"/>
              <a:gd name="connsiteX45" fmla="*/ 772160 w 1209040"/>
              <a:gd name="connsiteY45" fmla="*/ 10160 h 1158240"/>
              <a:gd name="connsiteX46" fmla="*/ 701040 w 1209040"/>
              <a:gd name="connsiteY46" fmla="*/ 0 h 1158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209040" h="1158240">
                <a:moveTo>
                  <a:pt x="701040" y="0"/>
                </a:moveTo>
                <a:lnTo>
                  <a:pt x="701040" y="0"/>
                </a:lnTo>
                <a:cubicBezTo>
                  <a:pt x="711200" y="37253"/>
                  <a:pt x="723317" y="74027"/>
                  <a:pt x="731520" y="111760"/>
                </a:cubicBezTo>
                <a:cubicBezTo>
                  <a:pt x="772921" y="302206"/>
                  <a:pt x="733789" y="179527"/>
                  <a:pt x="762000" y="264160"/>
                </a:cubicBezTo>
                <a:cubicBezTo>
                  <a:pt x="758613" y="338667"/>
                  <a:pt x="764101" y="414111"/>
                  <a:pt x="751840" y="487680"/>
                </a:cubicBezTo>
                <a:cubicBezTo>
                  <a:pt x="749833" y="499725"/>
                  <a:pt x="732583" y="503190"/>
                  <a:pt x="721360" y="508000"/>
                </a:cubicBezTo>
                <a:cubicBezTo>
                  <a:pt x="621351" y="550861"/>
                  <a:pt x="741667" y="480431"/>
                  <a:pt x="640080" y="538480"/>
                </a:cubicBezTo>
                <a:cubicBezTo>
                  <a:pt x="629478" y="544538"/>
                  <a:pt x="620522" y="553339"/>
                  <a:pt x="609600" y="558800"/>
                </a:cubicBezTo>
                <a:cubicBezTo>
                  <a:pt x="595286" y="565957"/>
                  <a:pt x="548838" y="583418"/>
                  <a:pt x="528320" y="589280"/>
                </a:cubicBezTo>
                <a:cubicBezTo>
                  <a:pt x="514894" y="593116"/>
                  <a:pt x="500927" y="595024"/>
                  <a:pt x="487680" y="599440"/>
                </a:cubicBezTo>
                <a:cubicBezTo>
                  <a:pt x="470378" y="605207"/>
                  <a:pt x="454349" y="614519"/>
                  <a:pt x="436880" y="619760"/>
                </a:cubicBezTo>
                <a:cubicBezTo>
                  <a:pt x="420340" y="624722"/>
                  <a:pt x="402906" y="626037"/>
                  <a:pt x="386080" y="629920"/>
                </a:cubicBezTo>
                <a:cubicBezTo>
                  <a:pt x="358868" y="636200"/>
                  <a:pt x="332347" y="645649"/>
                  <a:pt x="304800" y="650240"/>
                </a:cubicBezTo>
                <a:cubicBezTo>
                  <a:pt x="284480" y="653627"/>
                  <a:pt x="263950" y="655931"/>
                  <a:pt x="243840" y="660400"/>
                </a:cubicBezTo>
                <a:cubicBezTo>
                  <a:pt x="197873" y="670615"/>
                  <a:pt x="226721" y="668959"/>
                  <a:pt x="182880" y="690880"/>
                </a:cubicBezTo>
                <a:cubicBezTo>
                  <a:pt x="173301" y="695669"/>
                  <a:pt x="162560" y="697653"/>
                  <a:pt x="152400" y="701040"/>
                </a:cubicBezTo>
                <a:cubicBezTo>
                  <a:pt x="44027" y="782320"/>
                  <a:pt x="176107" y="677333"/>
                  <a:pt x="81280" y="772160"/>
                </a:cubicBezTo>
                <a:cubicBezTo>
                  <a:pt x="72646" y="780794"/>
                  <a:pt x="60181" y="784663"/>
                  <a:pt x="50800" y="792480"/>
                </a:cubicBezTo>
                <a:cubicBezTo>
                  <a:pt x="21464" y="816926"/>
                  <a:pt x="19980" y="823470"/>
                  <a:pt x="0" y="853440"/>
                </a:cubicBezTo>
                <a:cubicBezTo>
                  <a:pt x="5221" y="910867"/>
                  <a:pt x="-4014" y="959848"/>
                  <a:pt x="30480" y="1005840"/>
                </a:cubicBezTo>
                <a:cubicBezTo>
                  <a:pt x="41975" y="1021166"/>
                  <a:pt x="55794" y="1034985"/>
                  <a:pt x="71120" y="1046480"/>
                </a:cubicBezTo>
                <a:cubicBezTo>
                  <a:pt x="83237" y="1055567"/>
                  <a:pt x="98213" y="1060027"/>
                  <a:pt x="111760" y="1066800"/>
                </a:cubicBezTo>
                <a:cubicBezTo>
                  <a:pt x="118533" y="1076960"/>
                  <a:pt x="121920" y="1090507"/>
                  <a:pt x="132080" y="1097280"/>
                </a:cubicBezTo>
                <a:cubicBezTo>
                  <a:pt x="143698" y="1105026"/>
                  <a:pt x="158982" y="1104942"/>
                  <a:pt x="172720" y="1107440"/>
                </a:cubicBezTo>
                <a:cubicBezTo>
                  <a:pt x="196281" y="1111724"/>
                  <a:pt x="220133" y="1114213"/>
                  <a:pt x="243840" y="1117600"/>
                </a:cubicBezTo>
                <a:cubicBezTo>
                  <a:pt x="264160" y="1124373"/>
                  <a:pt x="283487" y="1135789"/>
                  <a:pt x="304800" y="1137920"/>
                </a:cubicBezTo>
                <a:cubicBezTo>
                  <a:pt x="423583" y="1149798"/>
                  <a:pt x="373025" y="1141405"/>
                  <a:pt x="457200" y="1158240"/>
                </a:cubicBezTo>
                <a:cubicBezTo>
                  <a:pt x="667173" y="1154853"/>
                  <a:pt x="877343" y="1157762"/>
                  <a:pt x="1087120" y="1148080"/>
                </a:cubicBezTo>
                <a:cubicBezTo>
                  <a:pt x="1099318" y="1147517"/>
                  <a:pt x="1113427" y="1139236"/>
                  <a:pt x="1117600" y="1127760"/>
                </a:cubicBezTo>
                <a:cubicBezTo>
                  <a:pt x="1128080" y="1098939"/>
                  <a:pt x="1123097" y="1066631"/>
                  <a:pt x="1127760" y="1036320"/>
                </a:cubicBezTo>
                <a:cubicBezTo>
                  <a:pt x="1133054" y="1001911"/>
                  <a:pt x="1139229" y="996179"/>
                  <a:pt x="1148080" y="965200"/>
                </a:cubicBezTo>
                <a:cubicBezTo>
                  <a:pt x="1173595" y="875898"/>
                  <a:pt x="1144040" y="967161"/>
                  <a:pt x="1168400" y="894080"/>
                </a:cubicBezTo>
                <a:cubicBezTo>
                  <a:pt x="1171787" y="860213"/>
                  <a:pt x="1173747" y="826174"/>
                  <a:pt x="1178560" y="792480"/>
                </a:cubicBezTo>
                <a:cubicBezTo>
                  <a:pt x="1180535" y="778657"/>
                  <a:pt x="1186222" y="765578"/>
                  <a:pt x="1188720" y="751840"/>
                </a:cubicBezTo>
                <a:cubicBezTo>
                  <a:pt x="1207399" y="649104"/>
                  <a:pt x="1188175" y="712836"/>
                  <a:pt x="1209040" y="650240"/>
                </a:cubicBezTo>
                <a:cubicBezTo>
                  <a:pt x="1205653" y="528320"/>
                  <a:pt x="1208002" y="406105"/>
                  <a:pt x="1198880" y="284480"/>
                </a:cubicBezTo>
                <a:cubicBezTo>
                  <a:pt x="1197747" y="269377"/>
                  <a:pt x="1184185" y="257902"/>
                  <a:pt x="1178560" y="243840"/>
                </a:cubicBezTo>
                <a:cubicBezTo>
                  <a:pt x="1170605" y="223953"/>
                  <a:pt x="1178560" y="189653"/>
                  <a:pt x="1158240" y="182880"/>
                </a:cubicBezTo>
                <a:cubicBezTo>
                  <a:pt x="1081628" y="157343"/>
                  <a:pt x="1176062" y="191791"/>
                  <a:pt x="1097280" y="152400"/>
                </a:cubicBezTo>
                <a:cubicBezTo>
                  <a:pt x="1087701" y="147611"/>
                  <a:pt x="1076379" y="147029"/>
                  <a:pt x="1066800" y="142240"/>
                </a:cubicBezTo>
                <a:cubicBezTo>
                  <a:pt x="1055878" y="136779"/>
                  <a:pt x="1047904" y="125781"/>
                  <a:pt x="1036320" y="121920"/>
                </a:cubicBezTo>
                <a:cubicBezTo>
                  <a:pt x="1016777" y="115406"/>
                  <a:pt x="995680" y="115147"/>
                  <a:pt x="975360" y="111760"/>
                </a:cubicBezTo>
                <a:cubicBezTo>
                  <a:pt x="961813" y="104987"/>
                  <a:pt x="947707" y="99232"/>
                  <a:pt x="934720" y="91440"/>
                </a:cubicBezTo>
                <a:cubicBezTo>
                  <a:pt x="913779" y="78875"/>
                  <a:pt x="897452" y="56723"/>
                  <a:pt x="873760" y="50800"/>
                </a:cubicBezTo>
                <a:cubicBezTo>
                  <a:pt x="860213" y="47413"/>
                  <a:pt x="846546" y="44476"/>
                  <a:pt x="833120" y="40640"/>
                </a:cubicBezTo>
                <a:cubicBezTo>
                  <a:pt x="773533" y="23615"/>
                  <a:pt x="831530" y="39845"/>
                  <a:pt x="772160" y="10160"/>
                </a:cubicBezTo>
                <a:cubicBezTo>
                  <a:pt x="762581" y="5371"/>
                  <a:pt x="712893" y="1693"/>
                  <a:pt x="701040" y="0"/>
                </a:cubicBezTo>
                <a:close/>
              </a:path>
            </a:pathLst>
          </a:custGeom>
          <a:solidFill>
            <a:srgbClr val="666633"/>
          </a:solidFill>
          <a:ln>
            <a:solidFill>
              <a:srgbClr val="66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/>
          <p:cNvSpPr/>
          <p:nvPr/>
        </p:nvSpPr>
        <p:spPr>
          <a:xfrm>
            <a:off x="4947920" y="4560981"/>
            <a:ext cx="853440" cy="569019"/>
          </a:xfrm>
          <a:custGeom>
            <a:avLst/>
            <a:gdLst>
              <a:gd name="connsiteX0" fmla="*/ 111760 w 526431"/>
              <a:gd name="connsiteY0" fmla="*/ 30598 h 447158"/>
              <a:gd name="connsiteX1" fmla="*/ 111760 w 526431"/>
              <a:gd name="connsiteY1" fmla="*/ 30598 h 447158"/>
              <a:gd name="connsiteX2" fmla="*/ 20320 w 526431"/>
              <a:gd name="connsiteY2" fmla="*/ 20438 h 447158"/>
              <a:gd name="connsiteX3" fmla="*/ 10160 w 526431"/>
              <a:gd name="connsiteY3" fmla="*/ 50918 h 447158"/>
              <a:gd name="connsiteX4" fmla="*/ 0 w 526431"/>
              <a:gd name="connsiteY4" fmla="*/ 101718 h 447158"/>
              <a:gd name="connsiteX5" fmla="*/ 60960 w 526431"/>
              <a:gd name="connsiteY5" fmla="*/ 304918 h 447158"/>
              <a:gd name="connsiteX6" fmla="*/ 101600 w 526431"/>
              <a:gd name="connsiteY6" fmla="*/ 315078 h 447158"/>
              <a:gd name="connsiteX7" fmla="*/ 132080 w 526431"/>
              <a:gd name="connsiteY7" fmla="*/ 335398 h 447158"/>
              <a:gd name="connsiteX8" fmla="*/ 162560 w 526431"/>
              <a:gd name="connsiteY8" fmla="*/ 345558 h 447158"/>
              <a:gd name="connsiteX9" fmla="*/ 274320 w 526431"/>
              <a:gd name="connsiteY9" fmla="*/ 365878 h 447158"/>
              <a:gd name="connsiteX10" fmla="*/ 335280 w 526431"/>
              <a:gd name="connsiteY10" fmla="*/ 386198 h 447158"/>
              <a:gd name="connsiteX11" fmla="*/ 396240 w 526431"/>
              <a:gd name="connsiteY11" fmla="*/ 426838 h 447158"/>
              <a:gd name="connsiteX12" fmla="*/ 457200 w 526431"/>
              <a:gd name="connsiteY12" fmla="*/ 447158 h 447158"/>
              <a:gd name="connsiteX13" fmla="*/ 497840 w 526431"/>
              <a:gd name="connsiteY13" fmla="*/ 426838 h 447158"/>
              <a:gd name="connsiteX14" fmla="*/ 508000 w 526431"/>
              <a:gd name="connsiteY14" fmla="*/ 396358 h 447158"/>
              <a:gd name="connsiteX15" fmla="*/ 467360 w 526431"/>
              <a:gd name="connsiteY15" fmla="*/ 111878 h 447158"/>
              <a:gd name="connsiteX16" fmla="*/ 457200 w 526431"/>
              <a:gd name="connsiteY16" fmla="*/ 81398 h 447158"/>
              <a:gd name="connsiteX17" fmla="*/ 426720 w 526431"/>
              <a:gd name="connsiteY17" fmla="*/ 71238 h 447158"/>
              <a:gd name="connsiteX18" fmla="*/ 375920 w 526431"/>
              <a:gd name="connsiteY18" fmla="*/ 61078 h 447158"/>
              <a:gd name="connsiteX19" fmla="*/ 223520 w 526431"/>
              <a:gd name="connsiteY19" fmla="*/ 30598 h 447158"/>
              <a:gd name="connsiteX20" fmla="*/ 193040 w 526431"/>
              <a:gd name="connsiteY20" fmla="*/ 20438 h 447158"/>
              <a:gd name="connsiteX21" fmla="*/ 111760 w 526431"/>
              <a:gd name="connsiteY21" fmla="*/ 118 h 447158"/>
              <a:gd name="connsiteX22" fmla="*/ 111760 w 526431"/>
              <a:gd name="connsiteY22" fmla="*/ 30598 h 44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26431" h="447158">
                <a:moveTo>
                  <a:pt x="111760" y="30598"/>
                </a:moveTo>
                <a:lnTo>
                  <a:pt x="111760" y="30598"/>
                </a:lnTo>
                <a:cubicBezTo>
                  <a:pt x="81280" y="27211"/>
                  <a:pt x="50392" y="14424"/>
                  <a:pt x="20320" y="20438"/>
                </a:cubicBezTo>
                <a:cubicBezTo>
                  <a:pt x="9818" y="22538"/>
                  <a:pt x="12757" y="40528"/>
                  <a:pt x="10160" y="50918"/>
                </a:cubicBezTo>
                <a:cubicBezTo>
                  <a:pt x="5972" y="67671"/>
                  <a:pt x="3387" y="84785"/>
                  <a:pt x="0" y="101718"/>
                </a:cubicBezTo>
                <a:cubicBezTo>
                  <a:pt x="12989" y="212127"/>
                  <a:pt x="-23337" y="262769"/>
                  <a:pt x="60960" y="304918"/>
                </a:cubicBezTo>
                <a:cubicBezTo>
                  <a:pt x="73449" y="311163"/>
                  <a:pt x="88053" y="311691"/>
                  <a:pt x="101600" y="315078"/>
                </a:cubicBezTo>
                <a:cubicBezTo>
                  <a:pt x="111760" y="321851"/>
                  <a:pt x="121158" y="329937"/>
                  <a:pt x="132080" y="335398"/>
                </a:cubicBezTo>
                <a:cubicBezTo>
                  <a:pt x="141659" y="340187"/>
                  <a:pt x="152262" y="342616"/>
                  <a:pt x="162560" y="345558"/>
                </a:cubicBezTo>
                <a:cubicBezTo>
                  <a:pt x="210464" y="359245"/>
                  <a:pt x="216762" y="357655"/>
                  <a:pt x="274320" y="365878"/>
                </a:cubicBezTo>
                <a:cubicBezTo>
                  <a:pt x="294640" y="372651"/>
                  <a:pt x="317458" y="374317"/>
                  <a:pt x="335280" y="386198"/>
                </a:cubicBezTo>
                <a:cubicBezTo>
                  <a:pt x="355600" y="399745"/>
                  <a:pt x="373072" y="419115"/>
                  <a:pt x="396240" y="426838"/>
                </a:cubicBezTo>
                <a:lnTo>
                  <a:pt x="457200" y="447158"/>
                </a:lnTo>
                <a:cubicBezTo>
                  <a:pt x="470747" y="440385"/>
                  <a:pt x="487130" y="437548"/>
                  <a:pt x="497840" y="426838"/>
                </a:cubicBezTo>
                <a:cubicBezTo>
                  <a:pt x="505413" y="419265"/>
                  <a:pt x="508000" y="407068"/>
                  <a:pt x="508000" y="396358"/>
                </a:cubicBezTo>
                <a:cubicBezTo>
                  <a:pt x="508000" y="127082"/>
                  <a:pt x="569686" y="180095"/>
                  <a:pt x="467360" y="111878"/>
                </a:cubicBezTo>
                <a:cubicBezTo>
                  <a:pt x="463973" y="101718"/>
                  <a:pt x="464773" y="88971"/>
                  <a:pt x="457200" y="81398"/>
                </a:cubicBezTo>
                <a:cubicBezTo>
                  <a:pt x="449627" y="73825"/>
                  <a:pt x="437110" y="73835"/>
                  <a:pt x="426720" y="71238"/>
                </a:cubicBezTo>
                <a:cubicBezTo>
                  <a:pt x="409967" y="67050"/>
                  <a:pt x="392580" y="65622"/>
                  <a:pt x="375920" y="61078"/>
                </a:cubicBezTo>
                <a:cubicBezTo>
                  <a:pt x="252096" y="27308"/>
                  <a:pt x="384600" y="48496"/>
                  <a:pt x="223520" y="30598"/>
                </a:cubicBezTo>
                <a:cubicBezTo>
                  <a:pt x="213360" y="27211"/>
                  <a:pt x="203430" y="23035"/>
                  <a:pt x="193040" y="20438"/>
                </a:cubicBezTo>
                <a:cubicBezTo>
                  <a:pt x="169854" y="14641"/>
                  <a:pt x="134984" y="11730"/>
                  <a:pt x="111760" y="118"/>
                </a:cubicBezTo>
                <a:cubicBezTo>
                  <a:pt x="107476" y="-2024"/>
                  <a:pt x="111760" y="25518"/>
                  <a:pt x="111760" y="30598"/>
                </a:cubicBezTo>
                <a:close/>
              </a:path>
            </a:pathLst>
          </a:custGeom>
          <a:solidFill>
            <a:srgbClr val="666633"/>
          </a:solidFill>
          <a:ln>
            <a:solidFill>
              <a:srgbClr val="66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7374199" y="2621280"/>
            <a:ext cx="987481" cy="883920"/>
          </a:xfrm>
          <a:custGeom>
            <a:avLst/>
            <a:gdLst>
              <a:gd name="connsiteX0" fmla="*/ 306761 w 987481"/>
              <a:gd name="connsiteY0" fmla="*/ 467360 h 883920"/>
              <a:gd name="connsiteX1" fmla="*/ 306761 w 987481"/>
              <a:gd name="connsiteY1" fmla="*/ 467360 h 883920"/>
              <a:gd name="connsiteX2" fmla="*/ 235641 w 987481"/>
              <a:gd name="connsiteY2" fmla="*/ 396240 h 883920"/>
              <a:gd name="connsiteX3" fmla="*/ 205161 w 987481"/>
              <a:gd name="connsiteY3" fmla="*/ 375920 h 883920"/>
              <a:gd name="connsiteX4" fmla="*/ 195001 w 987481"/>
              <a:gd name="connsiteY4" fmla="*/ 345440 h 883920"/>
              <a:gd name="connsiteX5" fmla="*/ 205161 w 987481"/>
              <a:gd name="connsiteY5" fmla="*/ 71120 h 883920"/>
              <a:gd name="connsiteX6" fmla="*/ 235641 w 987481"/>
              <a:gd name="connsiteY6" fmla="*/ 10160 h 883920"/>
              <a:gd name="connsiteX7" fmla="*/ 266121 w 987481"/>
              <a:gd name="connsiteY7" fmla="*/ 0 h 883920"/>
              <a:gd name="connsiteX8" fmla="*/ 418521 w 987481"/>
              <a:gd name="connsiteY8" fmla="*/ 10160 h 883920"/>
              <a:gd name="connsiteX9" fmla="*/ 479481 w 987481"/>
              <a:gd name="connsiteY9" fmla="*/ 20320 h 883920"/>
              <a:gd name="connsiteX10" fmla="*/ 499801 w 987481"/>
              <a:gd name="connsiteY10" fmla="*/ 50800 h 883920"/>
              <a:gd name="connsiteX11" fmla="*/ 530281 w 987481"/>
              <a:gd name="connsiteY11" fmla="*/ 60960 h 883920"/>
              <a:gd name="connsiteX12" fmla="*/ 540441 w 987481"/>
              <a:gd name="connsiteY12" fmla="*/ 91440 h 883920"/>
              <a:gd name="connsiteX13" fmla="*/ 550601 w 987481"/>
              <a:gd name="connsiteY13" fmla="*/ 132080 h 883920"/>
              <a:gd name="connsiteX14" fmla="*/ 570921 w 987481"/>
              <a:gd name="connsiteY14" fmla="*/ 162560 h 883920"/>
              <a:gd name="connsiteX15" fmla="*/ 581081 w 987481"/>
              <a:gd name="connsiteY15" fmla="*/ 223520 h 883920"/>
              <a:gd name="connsiteX16" fmla="*/ 591241 w 987481"/>
              <a:gd name="connsiteY16" fmla="*/ 264160 h 883920"/>
              <a:gd name="connsiteX17" fmla="*/ 621721 w 987481"/>
              <a:gd name="connsiteY17" fmla="*/ 274320 h 883920"/>
              <a:gd name="connsiteX18" fmla="*/ 692841 w 987481"/>
              <a:gd name="connsiteY18" fmla="*/ 254000 h 883920"/>
              <a:gd name="connsiteX19" fmla="*/ 906201 w 987481"/>
              <a:gd name="connsiteY19" fmla="*/ 264160 h 883920"/>
              <a:gd name="connsiteX20" fmla="*/ 936681 w 987481"/>
              <a:gd name="connsiteY20" fmla="*/ 284480 h 883920"/>
              <a:gd name="connsiteX21" fmla="*/ 967161 w 987481"/>
              <a:gd name="connsiteY21" fmla="*/ 294640 h 883920"/>
              <a:gd name="connsiteX22" fmla="*/ 987481 w 987481"/>
              <a:gd name="connsiteY22" fmla="*/ 325120 h 883920"/>
              <a:gd name="connsiteX23" fmla="*/ 977321 w 987481"/>
              <a:gd name="connsiteY23" fmla="*/ 406400 h 883920"/>
              <a:gd name="connsiteX24" fmla="*/ 906201 w 987481"/>
              <a:gd name="connsiteY24" fmla="*/ 497840 h 883920"/>
              <a:gd name="connsiteX25" fmla="*/ 875721 w 987481"/>
              <a:gd name="connsiteY25" fmla="*/ 508000 h 883920"/>
              <a:gd name="connsiteX26" fmla="*/ 723321 w 987481"/>
              <a:gd name="connsiteY26" fmla="*/ 528320 h 883920"/>
              <a:gd name="connsiteX27" fmla="*/ 733481 w 987481"/>
              <a:gd name="connsiteY27" fmla="*/ 558800 h 883920"/>
              <a:gd name="connsiteX28" fmla="*/ 763961 w 987481"/>
              <a:gd name="connsiteY28" fmla="*/ 579120 h 883920"/>
              <a:gd name="connsiteX29" fmla="*/ 814761 w 987481"/>
              <a:gd name="connsiteY29" fmla="*/ 640080 h 883920"/>
              <a:gd name="connsiteX30" fmla="*/ 824921 w 987481"/>
              <a:gd name="connsiteY30" fmla="*/ 680720 h 883920"/>
              <a:gd name="connsiteX31" fmla="*/ 835081 w 987481"/>
              <a:gd name="connsiteY31" fmla="*/ 711200 h 883920"/>
              <a:gd name="connsiteX32" fmla="*/ 824921 w 987481"/>
              <a:gd name="connsiteY32" fmla="*/ 883920 h 883920"/>
              <a:gd name="connsiteX33" fmla="*/ 601401 w 987481"/>
              <a:gd name="connsiteY33" fmla="*/ 873760 h 883920"/>
              <a:gd name="connsiteX34" fmla="*/ 550601 w 987481"/>
              <a:gd name="connsiteY34" fmla="*/ 863600 h 883920"/>
              <a:gd name="connsiteX35" fmla="*/ 520121 w 987481"/>
              <a:gd name="connsiteY35" fmla="*/ 843280 h 883920"/>
              <a:gd name="connsiteX36" fmla="*/ 479481 w 987481"/>
              <a:gd name="connsiteY36" fmla="*/ 782320 h 883920"/>
              <a:gd name="connsiteX37" fmla="*/ 459161 w 987481"/>
              <a:gd name="connsiteY37" fmla="*/ 751840 h 883920"/>
              <a:gd name="connsiteX38" fmla="*/ 449001 w 987481"/>
              <a:gd name="connsiteY38" fmla="*/ 721360 h 883920"/>
              <a:gd name="connsiteX39" fmla="*/ 438841 w 987481"/>
              <a:gd name="connsiteY39" fmla="*/ 680720 h 883920"/>
              <a:gd name="connsiteX40" fmla="*/ 428681 w 987481"/>
              <a:gd name="connsiteY40" fmla="*/ 650240 h 883920"/>
              <a:gd name="connsiteX41" fmla="*/ 418521 w 987481"/>
              <a:gd name="connsiteY41" fmla="*/ 599440 h 883920"/>
              <a:gd name="connsiteX42" fmla="*/ 388041 w 987481"/>
              <a:gd name="connsiteY42" fmla="*/ 589280 h 883920"/>
              <a:gd name="connsiteX43" fmla="*/ 276281 w 987481"/>
              <a:gd name="connsiteY43" fmla="*/ 599440 h 883920"/>
              <a:gd name="connsiteX44" fmla="*/ 245801 w 987481"/>
              <a:gd name="connsiteY44" fmla="*/ 609600 h 883920"/>
              <a:gd name="connsiteX45" fmla="*/ 22281 w 987481"/>
              <a:gd name="connsiteY45" fmla="*/ 599440 h 883920"/>
              <a:gd name="connsiteX46" fmla="*/ 1961 w 987481"/>
              <a:gd name="connsiteY46" fmla="*/ 568960 h 883920"/>
              <a:gd name="connsiteX47" fmla="*/ 42601 w 987481"/>
              <a:gd name="connsiteY47" fmla="*/ 487680 h 883920"/>
              <a:gd name="connsiteX48" fmla="*/ 113721 w 987481"/>
              <a:gd name="connsiteY48" fmla="*/ 447040 h 883920"/>
              <a:gd name="connsiteX49" fmla="*/ 195001 w 987481"/>
              <a:gd name="connsiteY49" fmla="*/ 457200 h 883920"/>
              <a:gd name="connsiteX50" fmla="*/ 235641 w 987481"/>
              <a:gd name="connsiteY50" fmla="*/ 467360 h 883920"/>
              <a:gd name="connsiteX51" fmla="*/ 266121 w 987481"/>
              <a:gd name="connsiteY51" fmla="*/ 477520 h 883920"/>
              <a:gd name="connsiteX52" fmla="*/ 306761 w 987481"/>
              <a:gd name="connsiteY52" fmla="*/ 467360 h 88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987481" h="883920">
                <a:moveTo>
                  <a:pt x="306761" y="467360"/>
                </a:moveTo>
                <a:lnTo>
                  <a:pt x="306761" y="467360"/>
                </a:lnTo>
                <a:cubicBezTo>
                  <a:pt x="283054" y="443653"/>
                  <a:pt x="260561" y="418668"/>
                  <a:pt x="235641" y="396240"/>
                </a:cubicBezTo>
                <a:cubicBezTo>
                  <a:pt x="226565" y="388071"/>
                  <a:pt x="212789" y="385455"/>
                  <a:pt x="205161" y="375920"/>
                </a:cubicBezTo>
                <a:cubicBezTo>
                  <a:pt x="198471" y="367557"/>
                  <a:pt x="198388" y="355600"/>
                  <a:pt x="195001" y="345440"/>
                </a:cubicBezTo>
                <a:cubicBezTo>
                  <a:pt x="198388" y="254000"/>
                  <a:pt x="199074" y="162420"/>
                  <a:pt x="205161" y="71120"/>
                </a:cubicBezTo>
                <a:cubicBezTo>
                  <a:pt x="206198" y="55566"/>
                  <a:pt x="224185" y="19325"/>
                  <a:pt x="235641" y="10160"/>
                </a:cubicBezTo>
                <a:cubicBezTo>
                  <a:pt x="244004" y="3470"/>
                  <a:pt x="255961" y="3387"/>
                  <a:pt x="266121" y="0"/>
                </a:cubicBezTo>
                <a:cubicBezTo>
                  <a:pt x="316921" y="3387"/>
                  <a:pt x="367838" y="5333"/>
                  <a:pt x="418521" y="10160"/>
                </a:cubicBezTo>
                <a:cubicBezTo>
                  <a:pt x="439028" y="12113"/>
                  <a:pt x="461056" y="11107"/>
                  <a:pt x="479481" y="20320"/>
                </a:cubicBezTo>
                <a:cubicBezTo>
                  <a:pt x="490403" y="25781"/>
                  <a:pt x="490266" y="43172"/>
                  <a:pt x="499801" y="50800"/>
                </a:cubicBezTo>
                <a:cubicBezTo>
                  <a:pt x="508164" y="57490"/>
                  <a:pt x="520121" y="57573"/>
                  <a:pt x="530281" y="60960"/>
                </a:cubicBezTo>
                <a:cubicBezTo>
                  <a:pt x="533668" y="71120"/>
                  <a:pt x="537499" y="81142"/>
                  <a:pt x="540441" y="91440"/>
                </a:cubicBezTo>
                <a:cubicBezTo>
                  <a:pt x="544277" y="104866"/>
                  <a:pt x="545100" y="119245"/>
                  <a:pt x="550601" y="132080"/>
                </a:cubicBezTo>
                <a:cubicBezTo>
                  <a:pt x="555411" y="143303"/>
                  <a:pt x="564148" y="152400"/>
                  <a:pt x="570921" y="162560"/>
                </a:cubicBezTo>
                <a:cubicBezTo>
                  <a:pt x="574308" y="182880"/>
                  <a:pt x="577041" y="203320"/>
                  <a:pt x="581081" y="223520"/>
                </a:cubicBezTo>
                <a:cubicBezTo>
                  <a:pt x="583819" y="237212"/>
                  <a:pt x="582518" y="253256"/>
                  <a:pt x="591241" y="264160"/>
                </a:cubicBezTo>
                <a:cubicBezTo>
                  <a:pt x="597931" y="272523"/>
                  <a:pt x="611561" y="270933"/>
                  <a:pt x="621721" y="274320"/>
                </a:cubicBezTo>
                <a:cubicBezTo>
                  <a:pt x="636094" y="269529"/>
                  <a:pt x="680084" y="254000"/>
                  <a:pt x="692841" y="254000"/>
                </a:cubicBezTo>
                <a:cubicBezTo>
                  <a:pt x="764042" y="254000"/>
                  <a:pt x="835081" y="260773"/>
                  <a:pt x="906201" y="264160"/>
                </a:cubicBezTo>
                <a:cubicBezTo>
                  <a:pt x="916361" y="270933"/>
                  <a:pt x="925759" y="279019"/>
                  <a:pt x="936681" y="284480"/>
                </a:cubicBezTo>
                <a:cubicBezTo>
                  <a:pt x="946260" y="289269"/>
                  <a:pt x="958798" y="287950"/>
                  <a:pt x="967161" y="294640"/>
                </a:cubicBezTo>
                <a:cubicBezTo>
                  <a:pt x="976696" y="302268"/>
                  <a:pt x="980708" y="314960"/>
                  <a:pt x="987481" y="325120"/>
                </a:cubicBezTo>
                <a:cubicBezTo>
                  <a:pt x="984094" y="352213"/>
                  <a:pt x="986504" y="380687"/>
                  <a:pt x="977321" y="406400"/>
                </a:cubicBezTo>
                <a:cubicBezTo>
                  <a:pt x="971013" y="424061"/>
                  <a:pt x="929061" y="482600"/>
                  <a:pt x="906201" y="497840"/>
                </a:cubicBezTo>
                <a:cubicBezTo>
                  <a:pt x="897290" y="503781"/>
                  <a:pt x="886019" y="505058"/>
                  <a:pt x="875721" y="508000"/>
                </a:cubicBezTo>
                <a:cubicBezTo>
                  <a:pt x="812895" y="525950"/>
                  <a:pt x="811205" y="520331"/>
                  <a:pt x="723321" y="528320"/>
                </a:cubicBezTo>
                <a:cubicBezTo>
                  <a:pt x="726708" y="538480"/>
                  <a:pt x="726791" y="550437"/>
                  <a:pt x="733481" y="558800"/>
                </a:cubicBezTo>
                <a:cubicBezTo>
                  <a:pt x="741109" y="568335"/>
                  <a:pt x="754580" y="571303"/>
                  <a:pt x="763961" y="579120"/>
                </a:cubicBezTo>
                <a:cubicBezTo>
                  <a:pt x="793297" y="603566"/>
                  <a:pt x="794781" y="610110"/>
                  <a:pt x="814761" y="640080"/>
                </a:cubicBezTo>
                <a:cubicBezTo>
                  <a:pt x="818148" y="653627"/>
                  <a:pt x="821085" y="667294"/>
                  <a:pt x="824921" y="680720"/>
                </a:cubicBezTo>
                <a:cubicBezTo>
                  <a:pt x="827863" y="691018"/>
                  <a:pt x="835081" y="700490"/>
                  <a:pt x="835081" y="711200"/>
                </a:cubicBezTo>
                <a:cubicBezTo>
                  <a:pt x="835081" y="768873"/>
                  <a:pt x="828308" y="826347"/>
                  <a:pt x="824921" y="883920"/>
                </a:cubicBezTo>
                <a:cubicBezTo>
                  <a:pt x="750414" y="880533"/>
                  <a:pt x="675781" y="879270"/>
                  <a:pt x="601401" y="873760"/>
                </a:cubicBezTo>
                <a:cubicBezTo>
                  <a:pt x="584180" y="872484"/>
                  <a:pt x="566770" y="869663"/>
                  <a:pt x="550601" y="863600"/>
                </a:cubicBezTo>
                <a:cubicBezTo>
                  <a:pt x="539168" y="859313"/>
                  <a:pt x="530281" y="850053"/>
                  <a:pt x="520121" y="843280"/>
                </a:cubicBezTo>
                <a:lnTo>
                  <a:pt x="479481" y="782320"/>
                </a:lnTo>
                <a:cubicBezTo>
                  <a:pt x="472708" y="772160"/>
                  <a:pt x="463022" y="763424"/>
                  <a:pt x="459161" y="751840"/>
                </a:cubicBezTo>
                <a:cubicBezTo>
                  <a:pt x="455774" y="741680"/>
                  <a:pt x="451943" y="731658"/>
                  <a:pt x="449001" y="721360"/>
                </a:cubicBezTo>
                <a:cubicBezTo>
                  <a:pt x="445165" y="707934"/>
                  <a:pt x="442677" y="694146"/>
                  <a:pt x="438841" y="680720"/>
                </a:cubicBezTo>
                <a:cubicBezTo>
                  <a:pt x="435899" y="670422"/>
                  <a:pt x="431278" y="660630"/>
                  <a:pt x="428681" y="650240"/>
                </a:cubicBezTo>
                <a:cubicBezTo>
                  <a:pt x="424493" y="633487"/>
                  <a:pt x="428100" y="613808"/>
                  <a:pt x="418521" y="599440"/>
                </a:cubicBezTo>
                <a:cubicBezTo>
                  <a:pt x="412580" y="590529"/>
                  <a:pt x="398201" y="592667"/>
                  <a:pt x="388041" y="589280"/>
                </a:cubicBezTo>
                <a:cubicBezTo>
                  <a:pt x="350788" y="592667"/>
                  <a:pt x="313312" y="594150"/>
                  <a:pt x="276281" y="599440"/>
                </a:cubicBezTo>
                <a:cubicBezTo>
                  <a:pt x="265679" y="600955"/>
                  <a:pt x="256511" y="609600"/>
                  <a:pt x="245801" y="609600"/>
                </a:cubicBezTo>
                <a:cubicBezTo>
                  <a:pt x="171217" y="609600"/>
                  <a:pt x="96788" y="602827"/>
                  <a:pt x="22281" y="599440"/>
                </a:cubicBezTo>
                <a:cubicBezTo>
                  <a:pt x="15508" y="589280"/>
                  <a:pt x="3309" y="581096"/>
                  <a:pt x="1961" y="568960"/>
                </a:cubicBezTo>
                <a:cubicBezTo>
                  <a:pt x="-5053" y="505831"/>
                  <a:pt x="6351" y="513573"/>
                  <a:pt x="42601" y="487680"/>
                </a:cubicBezTo>
                <a:cubicBezTo>
                  <a:pt x="96422" y="449237"/>
                  <a:pt x="64259" y="463527"/>
                  <a:pt x="113721" y="447040"/>
                </a:cubicBezTo>
                <a:cubicBezTo>
                  <a:pt x="140814" y="450427"/>
                  <a:pt x="168068" y="452711"/>
                  <a:pt x="195001" y="457200"/>
                </a:cubicBezTo>
                <a:cubicBezTo>
                  <a:pt x="208775" y="459496"/>
                  <a:pt x="222215" y="463524"/>
                  <a:pt x="235641" y="467360"/>
                </a:cubicBezTo>
                <a:cubicBezTo>
                  <a:pt x="245939" y="470302"/>
                  <a:pt x="255411" y="477520"/>
                  <a:pt x="266121" y="477520"/>
                </a:cubicBezTo>
                <a:cubicBezTo>
                  <a:pt x="273694" y="477520"/>
                  <a:pt x="299988" y="469053"/>
                  <a:pt x="306761" y="467360"/>
                </a:cubicBezTo>
                <a:close/>
              </a:path>
            </a:pathLst>
          </a:custGeom>
          <a:solidFill>
            <a:srgbClr val="666633"/>
          </a:solidFill>
          <a:ln>
            <a:solidFill>
              <a:srgbClr val="66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/>
          <p:cNvSpPr/>
          <p:nvPr/>
        </p:nvSpPr>
        <p:spPr>
          <a:xfrm>
            <a:off x="8195112" y="3901927"/>
            <a:ext cx="959048" cy="1096793"/>
          </a:xfrm>
          <a:custGeom>
            <a:avLst/>
            <a:gdLst>
              <a:gd name="connsiteX0" fmla="*/ 125928 w 959048"/>
              <a:gd name="connsiteY0" fmla="*/ 466873 h 1096793"/>
              <a:gd name="connsiteX1" fmla="*/ 125928 w 959048"/>
              <a:gd name="connsiteY1" fmla="*/ 466873 h 1096793"/>
              <a:gd name="connsiteX2" fmla="*/ 176728 w 959048"/>
              <a:gd name="connsiteY2" fmla="*/ 395753 h 1096793"/>
              <a:gd name="connsiteX3" fmla="*/ 258008 w 959048"/>
              <a:gd name="connsiteY3" fmla="*/ 314473 h 1096793"/>
              <a:gd name="connsiteX4" fmla="*/ 288488 w 959048"/>
              <a:gd name="connsiteY4" fmla="*/ 273833 h 1096793"/>
              <a:gd name="connsiteX5" fmla="*/ 339288 w 959048"/>
              <a:gd name="connsiteY5" fmla="*/ 202713 h 1096793"/>
              <a:gd name="connsiteX6" fmla="*/ 369768 w 959048"/>
              <a:gd name="connsiteY6" fmla="*/ 172233 h 1096793"/>
              <a:gd name="connsiteX7" fmla="*/ 400248 w 959048"/>
              <a:gd name="connsiteY7" fmla="*/ 131593 h 1096793"/>
              <a:gd name="connsiteX8" fmla="*/ 430728 w 959048"/>
              <a:gd name="connsiteY8" fmla="*/ 111273 h 1096793"/>
              <a:gd name="connsiteX9" fmla="*/ 491688 w 959048"/>
              <a:gd name="connsiteY9" fmla="*/ 60473 h 1096793"/>
              <a:gd name="connsiteX10" fmla="*/ 532328 w 959048"/>
              <a:gd name="connsiteY10" fmla="*/ 50313 h 1096793"/>
              <a:gd name="connsiteX11" fmla="*/ 816808 w 959048"/>
              <a:gd name="connsiteY11" fmla="*/ 19833 h 1096793"/>
              <a:gd name="connsiteX12" fmla="*/ 877768 w 959048"/>
              <a:gd name="connsiteY12" fmla="*/ 70633 h 1096793"/>
              <a:gd name="connsiteX13" fmla="*/ 908248 w 959048"/>
              <a:gd name="connsiteY13" fmla="*/ 90953 h 1096793"/>
              <a:gd name="connsiteX14" fmla="*/ 928568 w 959048"/>
              <a:gd name="connsiteY14" fmla="*/ 131593 h 1096793"/>
              <a:gd name="connsiteX15" fmla="*/ 948888 w 959048"/>
              <a:gd name="connsiteY15" fmla="*/ 243353 h 1096793"/>
              <a:gd name="connsiteX16" fmla="*/ 959048 w 959048"/>
              <a:gd name="connsiteY16" fmla="*/ 294153 h 1096793"/>
              <a:gd name="connsiteX17" fmla="*/ 948888 w 959048"/>
              <a:gd name="connsiteY17" fmla="*/ 517673 h 1096793"/>
              <a:gd name="connsiteX18" fmla="*/ 847288 w 959048"/>
              <a:gd name="connsiteY18" fmla="*/ 619273 h 1096793"/>
              <a:gd name="connsiteX19" fmla="*/ 806648 w 959048"/>
              <a:gd name="connsiteY19" fmla="*/ 629433 h 1096793"/>
              <a:gd name="connsiteX20" fmla="*/ 776168 w 959048"/>
              <a:gd name="connsiteY20" fmla="*/ 659913 h 1096793"/>
              <a:gd name="connsiteX21" fmla="*/ 715208 w 959048"/>
              <a:gd name="connsiteY21" fmla="*/ 700553 h 1096793"/>
              <a:gd name="connsiteX22" fmla="*/ 644088 w 959048"/>
              <a:gd name="connsiteY22" fmla="*/ 771673 h 1096793"/>
              <a:gd name="connsiteX23" fmla="*/ 603448 w 959048"/>
              <a:gd name="connsiteY23" fmla="*/ 822473 h 1096793"/>
              <a:gd name="connsiteX24" fmla="*/ 583128 w 959048"/>
              <a:gd name="connsiteY24" fmla="*/ 852953 h 1096793"/>
              <a:gd name="connsiteX25" fmla="*/ 542488 w 959048"/>
              <a:gd name="connsiteY25" fmla="*/ 863113 h 1096793"/>
              <a:gd name="connsiteX26" fmla="*/ 512008 w 959048"/>
              <a:gd name="connsiteY26" fmla="*/ 873273 h 1096793"/>
              <a:gd name="connsiteX27" fmla="*/ 451048 w 959048"/>
              <a:gd name="connsiteY27" fmla="*/ 924073 h 1096793"/>
              <a:gd name="connsiteX28" fmla="*/ 400248 w 959048"/>
              <a:gd name="connsiteY28" fmla="*/ 985033 h 1096793"/>
              <a:gd name="connsiteX29" fmla="*/ 339288 w 959048"/>
              <a:gd name="connsiteY29" fmla="*/ 1035833 h 1096793"/>
              <a:gd name="connsiteX30" fmla="*/ 308808 w 959048"/>
              <a:gd name="connsiteY30" fmla="*/ 1076473 h 1096793"/>
              <a:gd name="connsiteX31" fmla="*/ 247848 w 959048"/>
              <a:gd name="connsiteY31" fmla="*/ 1096793 h 1096793"/>
              <a:gd name="connsiteX32" fmla="*/ 95448 w 959048"/>
              <a:gd name="connsiteY32" fmla="*/ 1086633 h 1096793"/>
              <a:gd name="connsiteX33" fmla="*/ 75128 w 959048"/>
              <a:gd name="connsiteY33" fmla="*/ 1056153 h 1096793"/>
              <a:gd name="connsiteX34" fmla="*/ 44648 w 959048"/>
              <a:gd name="connsiteY34" fmla="*/ 1025673 h 1096793"/>
              <a:gd name="connsiteX35" fmla="*/ 34488 w 959048"/>
              <a:gd name="connsiteY35" fmla="*/ 995193 h 1096793"/>
              <a:gd name="connsiteX36" fmla="*/ 14168 w 959048"/>
              <a:gd name="connsiteY36" fmla="*/ 893593 h 1096793"/>
              <a:gd name="connsiteX37" fmla="*/ 4008 w 959048"/>
              <a:gd name="connsiteY37" fmla="*/ 863113 h 1096793"/>
              <a:gd name="connsiteX38" fmla="*/ 54808 w 959048"/>
              <a:gd name="connsiteY38" fmla="*/ 537993 h 1096793"/>
              <a:gd name="connsiteX39" fmla="*/ 54808 w 959048"/>
              <a:gd name="connsiteY39" fmla="*/ 537993 h 1096793"/>
              <a:gd name="connsiteX40" fmla="*/ 95448 w 959048"/>
              <a:gd name="connsiteY40" fmla="*/ 487193 h 1096793"/>
              <a:gd name="connsiteX41" fmla="*/ 125928 w 959048"/>
              <a:gd name="connsiteY41" fmla="*/ 466873 h 1096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59048" h="1096793">
                <a:moveTo>
                  <a:pt x="125928" y="466873"/>
                </a:moveTo>
                <a:lnTo>
                  <a:pt x="125928" y="466873"/>
                </a:lnTo>
                <a:cubicBezTo>
                  <a:pt x="142861" y="443166"/>
                  <a:pt x="157648" y="417769"/>
                  <a:pt x="176728" y="395753"/>
                </a:cubicBezTo>
                <a:cubicBezTo>
                  <a:pt x="201822" y="366798"/>
                  <a:pt x="235019" y="345126"/>
                  <a:pt x="258008" y="314473"/>
                </a:cubicBezTo>
                <a:cubicBezTo>
                  <a:pt x="268168" y="300926"/>
                  <a:pt x="278646" y="287612"/>
                  <a:pt x="288488" y="273833"/>
                </a:cubicBezTo>
                <a:cubicBezTo>
                  <a:pt x="311462" y="241670"/>
                  <a:pt x="310827" y="235917"/>
                  <a:pt x="339288" y="202713"/>
                </a:cubicBezTo>
                <a:cubicBezTo>
                  <a:pt x="348639" y="191804"/>
                  <a:pt x="360417" y="183142"/>
                  <a:pt x="369768" y="172233"/>
                </a:cubicBezTo>
                <a:cubicBezTo>
                  <a:pt x="380788" y="159376"/>
                  <a:pt x="388274" y="143567"/>
                  <a:pt x="400248" y="131593"/>
                </a:cubicBezTo>
                <a:cubicBezTo>
                  <a:pt x="408882" y="122959"/>
                  <a:pt x="421347" y="119090"/>
                  <a:pt x="430728" y="111273"/>
                </a:cubicBezTo>
                <a:cubicBezTo>
                  <a:pt x="456576" y="89733"/>
                  <a:pt x="460527" y="73828"/>
                  <a:pt x="491688" y="60473"/>
                </a:cubicBezTo>
                <a:cubicBezTo>
                  <a:pt x="504523" y="54972"/>
                  <a:pt x="518781" y="53700"/>
                  <a:pt x="532328" y="50313"/>
                </a:cubicBezTo>
                <a:cubicBezTo>
                  <a:pt x="655345" y="-31699"/>
                  <a:pt x="568892" y="8564"/>
                  <a:pt x="816808" y="19833"/>
                </a:cubicBezTo>
                <a:cubicBezTo>
                  <a:pt x="892484" y="70284"/>
                  <a:pt x="799539" y="5442"/>
                  <a:pt x="877768" y="70633"/>
                </a:cubicBezTo>
                <a:cubicBezTo>
                  <a:pt x="887149" y="78450"/>
                  <a:pt x="898088" y="84180"/>
                  <a:pt x="908248" y="90953"/>
                </a:cubicBezTo>
                <a:cubicBezTo>
                  <a:pt x="915021" y="104500"/>
                  <a:pt x="923250" y="117412"/>
                  <a:pt x="928568" y="131593"/>
                </a:cubicBezTo>
                <a:cubicBezTo>
                  <a:pt x="940272" y="162803"/>
                  <a:pt x="944067" y="214426"/>
                  <a:pt x="948888" y="243353"/>
                </a:cubicBezTo>
                <a:cubicBezTo>
                  <a:pt x="951727" y="260387"/>
                  <a:pt x="955661" y="277220"/>
                  <a:pt x="959048" y="294153"/>
                </a:cubicBezTo>
                <a:cubicBezTo>
                  <a:pt x="955661" y="368660"/>
                  <a:pt x="961999" y="444251"/>
                  <a:pt x="948888" y="517673"/>
                </a:cubicBezTo>
                <a:cubicBezTo>
                  <a:pt x="942558" y="553122"/>
                  <a:pt x="880712" y="610917"/>
                  <a:pt x="847288" y="619273"/>
                </a:cubicBezTo>
                <a:lnTo>
                  <a:pt x="806648" y="629433"/>
                </a:lnTo>
                <a:cubicBezTo>
                  <a:pt x="796488" y="639593"/>
                  <a:pt x="787510" y="651092"/>
                  <a:pt x="776168" y="659913"/>
                </a:cubicBezTo>
                <a:cubicBezTo>
                  <a:pt x="756891" y="674906"/>
                  <a:pt x="732477" y="683284"/>
                  <a:pt x="715208" y="700553"/>
                </a:cubicBezTo>
                <a:lnTo>
                  <a:pt x="644088" y="771673"/>
                </a:lnTo>
                <a:cubicBezTo>
                  <a:pt x="624309" y="831011"/>
                  <a:pt x="649404" y="776517"/>
                  <a:pt x="603448" y="822473"/>
                </a:cubicBezTo>
                <a:cubicBezTo>
                  <a:pt x="594814" y="831107"/>
                  <a:pt x="593288" y="846180"/>
                  <a:pt x="583128" y="852953"/>
                </a:cubicBezTo>
                <a:cubicBezTo>
                  <a:pt x="571510" y="860699"/>
                  <a:pt x="555914" y="859277"/>
                  <a:pt x="542488" y="863113"/>
                </a:cubicBezTo>
                <a:cubicBezTo>
                  <a:pt x="532190" y="866055"/>
                  <a:pt x="522168" y="869886"/>
                  <a:pt x="512008" y="873273"/>
                </a:cubicBezTo>
                <a:cubicBezTo>
                  <a:pt x="471949" y="933361"/>
                  <a:pt x="516672" y="877199"/>
                  <a:pt x="451048" y="924073"/>
                </a:cubicBezTo>
                <a:cubicBezTo>
                  <a:pt x="414381" y="950264"/>
                  <a:pt x="426458" y="953581"/>
                  <a:pt x="400248" y="985033"/>
                </a:cubicBezTo>
                <a:cubicBezTo>
                  <a:pt x="317026" y="1084900"/>
                  <a:pt x="419208" y="955913"/>
                  <a:pt x="339288" y="1035833"/>
                </a:cubicBezTo>
                <a:cubicBezTo>
                  <a:pt x="327314" y="1047807"/>
                  <a:pt x="322897" y="1067080"/>
                  <a:pt x="308808" y="1076473"/>
                </a:cubicBezTo>
                <a:cubicBezTo>
                  <a:pt x="290986" y="1088354"/>
                  <a:pt x="247848" y="1096793"/>
                  <a:pt x="247848" y="1096793"/>
                </a:cubicBezTo>
                <a:cubicBezTo>
                  <a:pt x="197048" y="1093406"/>
                  <a:pt x="145007" y="1098294"/>
                  <a:pt x="95448" y="1086633"/>
                </a:cubicBezTo>
                <a:cubicBezTo>
                  <a:pt x="83562" y="1083836"/>
                  <a:pt x="82945" y="1065534"/>
                  <a:pt x="75128" y="1056153"/>
                </a:cubicBezTo>
                <a:cubicBezTo>
                  <a:pt x="65930" y="1045115"/>
                  <a:pt x="54808" y="1035833"/>
                  <a:pt x="44648" y="1025673"/>
                </a:cubicBezTo>
                <a:cubicBezTo>
                  <a:pt x="41261" y="1015513"/>
                  <a:pt x="36896" y="1005628"/>
                  <a:pt x="34488" y="995193"/>
                </a:cubicBezTo>
                <a:cubicBezTo>
                  <a:pt x="26722" y="961540"/>
                  <a:pt x="25090" y="926358"/>
                  <a:pt x="14168" y="893593"/>
                </a:cubicBezTo>
                <a:lnTo>
                  <a:pt x="4008" y="863113"/>
                </a:lnTo>
                <a:cubicBezTo>
                  <a:pt x="15107" y="574549"/>
                  <a:pt x="-34711" y="672272"/>
                  <a:pt x="54808" y="537993"/>
                </a:cubicBezTo>
                <a:lnTo>
                  <a:pt x="54808" y="537993"/>
                </a:lnTo>
                <a:cubicBezTo>
                  <a:pt x="68829" y="495929"/>
                  <a:pt x="56057" y="513454"/>
                  <a:pt x="95448" y="487193"/>
                </a:cubicBezTo>
                <a:cubicBezTo>
                  <a:pt x="118425" y="452728"/>
                  <a:pt x="120848" y="470260"/>
                  <a:pt x="125928" y="466873"/>
                </a:cubicBezTo>
                <a:close/>
              </a:path>
            </a:pathLst>
          </a:custGeom>
          <a:solidFill>
            <a:srgbClr val="666633"/>
          </a:solidFill>
          <a:ln>
            <a:solidFill>
              <a:srgbClr val="66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442" y="-678975"/>
            <a:ext cx="5663675" cy="3310415"/>
          </a:xfrm>
          <a:prstGeom prst="rect">
            <a:avLst/>
          </a:prstGeom>
        </p:spPr>
      </p:pic>
      <p:sp>
        <p:nvSpPr>
          <p:cNvPr id="15" name="Freeform 14"/>
          <p:cNvSpPr/>
          <p:nvPr/>
        </p:nvSpPr>
        <p:spPr>
          <a:xfrm>
            <a:off x="782320" y="1686560"/>
            <a:ext cx="295292" cy="400571"/>
          </a:xfrm>
          <a:custGeom>
            <a:avLst/>
            <a:gdLst>
              <a:gd name="connsiteX0" fmla="*/ 50800 w 295292"/>
              <a:gd name="connsiteY0" fmla="*/ 30480 h 400571"/>
              <a:gd name="connsiteX1" fmla="*/ 50800 w 295292"/>
              <a:gd name="connsiteY1" fmla="*/ 30480 h 400571"/>
              <a:gd name="connsiteX2" fmla="*/ 20320 w 295292"/>
              <a:gd name="connsiteY2" fmla="*/ 142240 h 400571"/>
              <a:gd name="connsiteX3" fmla="*/ 0 w 295292"/>
              <a:gd name="connsiteY3" fmla="*/ 355600 h 400571"/>
              <a:gd name="connsiteX4" fmla="*/ 10160 w 295292"/>
              <a:gd name="connsiteY4" fmla="*/ 396240 h 400571"/>
              <a:gd name="connsiteX5" fmla="*/ 152400 w 295292"/>
              <a:gd name="connsiteY5" fmla="*/ 375920 h 400571"/>
              <a:gd name="connsiteX6" fmla="*/ 193040 w 295292"/>
              <a:gd name="connsiteY6" fmla="*/ 314960 h 400571"/>
              <a:gd name="connsiteX7" fmla="*/ 203200 w 295292"/>
              <a:gd name="connsiteY7" fmla="*/ 284480 h 400571"/>
              <a:gd name="connsiteX8" fmla="*/ 213360 w 295292"/>
              <a:gd name="connsiteY8" fmla="*/ 243840 h 400571"/>
              <a:gd name="connsiteX9" fmla="*/ 233680 w 295292"/>
              <a:gd name="connsiteY9" fmla="*/ 213360 h 400571"/>
              <a:gd name="connsiteX10" fmla="*/ 264160 w 295292"/>
              <a:gd name="connsiteY10" fmla="*/ 152400 h 400571"/>
              <a:gd name="connsiteX11" fmla="*/ 274320 w 295292"/>
              <a:gd name="connsiteY11" fmla="*/ 101600 h 400571"/>
              <a:gd name="connsiteX12" fmla="*/ 294640 w 295292"/>
              <a:gd name="connsiteY12" fmla="*/ 71120 h 400571"/>
              <a:gd name="connsiteX13" fmla="*/ 284480 w 295292"/>
              <a:gd name="connsiteY13" fmla="*/ 30480 h 400571"/>
              <a:gd name="connsiteX14" fmla="*/ 243840 w 295292"/>
              <a:gd name="connsiteY14" fmla="*/ 20320 h 400571"/>
              <a:gd name="connsiteX15" fmla="*/ 101600 w 295292"/>
              <a:gd name="connsiteY15" fmla="*/ 0 h 400571"/>
              <a:gd name="connsiteX16" fmla="*/ 50800 w 295292"/>
              <a:gd name="connsiteY16" fmla="*/ 30480 h 40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5292" h="400571">
                <a:moveTo>
                  <a:pt x="50800" y="30480"/>
                </a:moveTo>
                <a:lnTo>
                  <a:pt x="50800" y="30480"/>
                </a:lnTo>
                <a:cubicBezTo>
                  <a:pt x="40640" y="67733"/>
                  <a:pt x="25596" y="103988"/>
                  <a:pt x="20320" y="142240"/>
                </a:cubicBezTo>
                <a:cubicBezTo>
                  <a:pt x="-17636" y="417417"/>
                  <a:pt x="34238" y="252885"/>
                  <a:pt x="0" y="355600"/>
                </a:cubicBezTo>
                <a:cubicBezTo>
                  <a:pt x="3387" y="369147"/>
                  <a:pt x="-3387" y="392853"/>
                  <a:pt x="10160" y="396240"/>
                </a:cubicBezTo>
                <a:cubicBezTo>
                  <a:pt x="61038" y="408960"/>
                  <a:pt x="106917" y="391081"/>
                  <a:pt x="152400" y="375920"/>
                </a:cubicBezTo>
                <a:cubicBezTo>
                  <a:pt x="165947" y="355600"/>
                  <a:pt x="185317" y="338128"/>
                  <a:pt x="193040" y="314960"/>
                </a:cubicBezTo>
                <a:cubicBezTo>
                  <a:pt x="196427" y="304800"/>
                  <a:pt x="200258" y="294778"/>
                  <a:pt x="203200" y="284480"/>
                </a:cubicBezTo>
                <a:cubicBezTo>
                  <a:pt x="207036" y="271054"/>
                  <a:pt x="207859" y="256675"/>
                  <a:pt x="213360" y="243840"/>
                </a:cubicBezTo>
                <a:cubicBezTo>
                  <a:pt x="218170" y="232617"/>
                  <a:pt x="228219" y="224282"/>
                  <a:pt x="233680" y="213360"/>
                </a:cubicBezTo>
                <a:cubicBezTo>
                  <a:pt x="275744" y="129232"/>
                  <a:pt x="205926" y="239751"/>
                  <a:pt x="264160" y="152400"/>
                </a:cubicBezTo>
                <a:cubicBezTo>
                  <a:pt x="267547" y="135467"/>
                  <a:pt x="268257" y="117769"/>
                  <a:pt x="274320" y="101600"/>
                </a:cubicBezTo>
                <a:cubicBezTo>
                  <a:pt x="278607" y="90167"/>
                  <a:pt x="292913" y="83208"/>
                  <a:pt x="294640" y="71120"/>
                </a:cubicBezTo>
                <a:cubicBezTo>
                  <a:pt x="296615" y="57297"/>
                  <a:pt x="294354" y="40354"/>
                  <a:pt x="284480" y="30480"/>
                </a:cubicBezTo>
                <a:cubicBezTo>
                  <a:pt x="274606" y="20606"/>
                  <a:pt x="257266" y="24156"/>
                  <a:pt x="243840" y="20320"/>
                </a:cubicBezTo>
                <a:cubicBezTo>
                  <a:pt x="161747" y="-3135"/>
                  <a:pt x="280349" y="16250"/>
                  <a:pt x="101600" y="0"/>
                </a:cubicBezTo>
                <a:cubicBezTo>
                  <a:pt x="44158" y="11488"/>
                  <a:pt x="59267" y="25400"/>
                  <a:pt x="50800" y="30480"/>
                </a:cubicBezTo>
                <a:close/>
              </a:path>
            </a:pathLst>
          </a:custGeom>
          <a:solidFill>
            <a:srgbClr val="669900"/>
          </a:solidFill>
          <a:ln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15"/>
          <p:cNvSpPr/>
          <p:nvPr/>
        </p:nvSpPr>
        <p:spPr>
          <a:xfrm>
            <a:off x="1077612" y="2303207"/>
            <a:ext cx="559147" cy="386476"/>
          </a:xfrm>
          <a:custGeom>
            <a:avLst/>
            <a:gdLst>
              <a:gd name="connsiteX0" fmla="*/ 20667 w 559147"/>
              <a:gd name="connsiteY0" fmla="*/ 182880 h 386476"/>
              <a:gd name="connsiteX1" fmla="*/ 20667 w 559147"/>
              <a:gd name="connsiteY1" fmla="*/ 182880 h 386476"/>
              <a:gd name="connsiteX2" fmla="*/ 347 w 559147"/>
              <a:gd name="connsiteY2" fmla="*/ 274320 h 386476"/>
              <a:gd name="connsiteX3" fmla="*/ 40987 w 559147"/>
              <a:gd name="connsiteY3" fmla="*/ 314960 h 386476"/>
              <a:gd name="connsiteX4" fmla="*/ 71467 w 559147"/>
              <a:gd name="connsiteY4" fmla="*/ 335280 h 386476"/>
              <a:gd name="connsiteX5" fmla="*/ 183227 w 559147"/>
              <a:gd name="connsiteY5" fmla="*/ 365760 h 386476"/>
              <a:gd name="connsiteX6" fmla="*/ 213707 w 559147"/>
              <a:gd name="connsiteY6" fmla="*/ 386080 h 386476"/>
              <a:gd name="connsiteX7" fmla="*/ 325467 w 559147"/>
              <a:gd name="connsiteY7" fmla="*/ 365760 h 386476"/>
              <a:gd name="connsiteX8" fmla="*/ 366107 w 559147"/>
              <a:gd name="connsiteY8" fmla="*/ 345440 h 386476"/>
              <a:gd name="connsiteX9" fmla="*/ 437227 w 559147"/>
              <a:gd name="connsiteY9" fmla="*/ 294640 h 386476"/>
              <a:gd name="connsiteX10" fmla="*/ 477867 w 559147"/>
              <a:gd name="connsiteY10" fmla="*/ 233680 h 386476"/>
              <a:gd name="connsiteX11" fmla="*/ 498187 w 559147"/>
              <a:gd name="connsiteY11" fmla="*/ 203200 h 386476"/>
              <a:gd name="connsiteX12" fmla="*/ 528667 w 559147"/>
              <a:gd name="connsiteY12" fmla="*/ 162560 h 386476"/>
              <a:gd name="connsiteX13" fmla="*/ 538827 w 559147"/>
              <a:gd name="connsiteY13" fmla="*/ 132080 h 386476"/>
              <a:gd name="connsiteX14" fmla="*/ 559147 w 559147"/>
              <a:gd name="connsiteY14" fmla="*/ 60960 h 386476"/>
              <a:gd name="connsiteX15" fmla="*/ 548987 w 559147"/>
              <a:gd name="connsiteY15" fmla="*/ 30480 h 386476"/>
              <a:gd name="connsiteX16" fmla="*/ 488027 w 559147"/>
              <a:gd name="connsiteY16" fmla="*/ 0 h 386476"/>
              <a:gd name="connsiteX17" fmla="*/ 305147 w 559147"/>
              <a:gd name="connsiteY17" fmla="*/ 10160 h 386476"/>
              <a:gd name="connsiteX18" fmla="*/ 274667 w 559147"/>
              <a:gd name="connsiteY18" fmla="*/ 20320 h 386476"/>
              <a:gd name="connsiteX19" fmla="*/ 183227 w 559147"/>
              <a:gd name="connsiteY19" fmla="*/ 81280 h 386476"/>
              <a:gd name="connsiteX20" fmla="*/ 152747 w 559147"/>
              <a:gd name="connsiteY20" fmla="*/ 101600 h 386476"/>
              <a:gd name="connsiteX21" fmla="*/ 101947 w 559147"/>
              <a:gd name="connsiteY21" fmla="*/ 142240 h 386476"/>
              <a:gd name="connsiteX22" fmla="*/ 81627 w 559147"/>
              <a:gd name="connsiteY22" fmla="*/ 172720 h 386476"/>
              <a:gd name="connsiteX23" fmla="*/ 20667 w 559147"/>
              <a:gd name="connsiteY23" fmla="*/ 182880 h 386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59147" h="386476">
                <a:moveTo>
                  <a:pt x="20667" y="182880"/>
                </a:moveTo>
                <a:lnTo>
                  <a:pt x="20667" y="182880"/>
                </a:lnTo>
                <a:cubicBezTo>
                  <a:pt x="13894" y="213360"/>
                  <a:pt x="2940" y="243204"/>
                  <a:pt x="347" y="274320"/>
                </a:cubicBezTo>
                <a:cubicBezTo>
                  <a:pt x="-2904" y="313334"/>
                  <a:pt x="17145" y="303039"/>
                  <a:pt x="40987" y="314960"/>
                </a:cubicBezTo>
                <a:cubicBezTo>
                  <a:pt x="51909" y="320421"/>
                  <a:pt x="60309" y="330321"/>
                  <a:pt x="71467" y="335280"/>
                </a:cubicBezTo>
                <a:cubicBezTo>
                  <a:pt x="113654" y="354030"/>
                  <a:pt x="139767" y="357068"/>
                  <a:pt x="183227" y="365760"/>
                </a:cubicBezTo>
                <a:cubicBezTo>
                  <a:pt x="193387" y="372533"/>
                  <a:pt x="201546" y="384974"/>
                  <a:pt x="213707" y="386080"/>
                </a:cubicBezTo>
                <a:cubicBezTo>
                  <a:pt x="241061" y="388567"/>
                  <a:pt x="294404" y="379073"/>
                  <a:pt x="325467" y="365760"/>
                </a:cubicBezTo>
                <a:cubicBezTo>
                  <a:pt x="339388" y="359794"/>
                  <a:pt x="353782" y="354243"/>
                  <a:pt x="366107" y="345440"/>
                </a:cubicBezTo>
                <a:cubicBezTo>
                  <a:pt x="462216" y="276791"/>
                  <a:pt x="325845" y="350331"/>
                  <a:pt x="437227" y="294640"/>
                </a:cubicBezTo>
                <a:cubicBezTo>
                  <a:pt x="455082" y="241075"/>
                  <a:pt x="435586" y="284417"/>
                  <a:pt x="477867" y="233680"/>
                </a:cubicBezTo>
                <a:cubicBezTo>
                  <a:pt x="485684" y="224299"/>
                  <a:pt x="491090" y="213136"/>
                  <a:pt x="498187" y="203200"/>
                </a:cubicBezTo>
                <a:cubicBezTo>
                  <a:pt x="508029" y="189421"/>
                  <a:pt x="518507" y="176107"/>
                  <a:pt x="528667" y="162560"/>
                </a:cubicBezTo>
                <a:cubicBezTo>
                  <a:pt x="532054" y="152400"/>
                  <a:pt x="535885" y="142378"/>
                  <a:pt x="538827" y="132080"/>
                </a:cubicBezTo>
                <a:cubicBezTo>
                  <a:pt x="564342" y="42778"/>
                  <a:pt x="534787" y="134041"/>
                  <a:pt x="559147" y="60960"/>
                </a:cubicBezTo>
                <a:cubicBezTo>
                  <a:pt x="555760" y="50800"/>
                  <a:pt x="555677" y="38843"/>
                  <a:pt x="548987" y="30480"/>
                </a:cubicBezTo>
                <a:cubicBezTo>
                  <a:pt x="534663" y="12575"/>
                  <a:pt x="508106" y="6693"/>
                  <a:pt x="488027" y="0"/>
                </a:cubicBezTo>
                <a:cubicBezTo>
                  <a:pt x="427067" y="3387"/>
                  <a:pt x="365926" y="4372"/>
                  <a:pt x="305147" y="10160"/>
                </a:cubicBezTo>
                <a:cubicBezTo>
                  <a:pt x="294486" y="11175"/>
                  <a:pt x="284029" y="15119"/>
                  <a:pt x="274667" y="20320"/>
                </a:cubicBezTo>
                <a:lnTo>
                  <a:pt x="183227" y="81280"/>
                </a:lnTo>
                <a:lnTo>
                  <a:pt x="152747" y="101600"/>
                </a:lnTo>
                <a:cubicBezTo>
                  <a:pt x="94513" y="188951"/>
                  <a:pt x="172054" y="86154"/>
                  <a:pt x="101947" y="142240"/>
                </a:cubicBezTo>
                <a:cubicBezTo>
                  <a:pt x="92412" y="149868"/>
                  <a:pt x="90261" y="164086"/>
                  <a:pt x="81627" y="172720"/>
                </a:cubicBezTo>
                <a:cubicBezTo>
                  <a:pt x="72993" y="181354"/>
                  <a:pt x="30827" y="181187"/>
                  <a:pt x="20667" y="182880"/>
                </a:cubicBezTo>
                <a:close/>
              </a:path>
            </a:pathLst>
          </a:custGeom>
          <a:solidFill>
            <a:srgbClr val="666633"/>
          </a:solidFill>
          <a:ln>
            <a:solidFill>
              <a:srgbClr val="66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 16"/>
          <p:cNvSpPr/>
          <p:nvPr/>
        </p:nvSpPr>
        <p:spPr>
          <a:xfrm>
            <a:off x="1341120" y="1463040"/>
            <a:ext cx="619760" cy="640080"/>
          </a:xfrm>
          <a:custGeom>
            <a:avLst/>
            <a:gdLst>
              <a:gd name="connsiteX0" fmla="*/ 0 w 619760"/>
              <a:gd name="connsiteY0" fmla="*/ 50800 h 640080"/>
              <a:gd name="connsiteX1" fmla="*/ 0 w 619760"/>
              <a:gd name="connsiteY1" fmla="*/ 50800 h 640080"/>
              <a:gd name="connsiteX2" fmla="*/ 10160 w 619760"/>
              <a:gd name="connsiteY2" fmla="*/ 152400 h 640080"/>
              <a:gd name="connsiteX3" fmla="*/ 20320 w 619760"/>
              <a:gd name="connsiteY3" fmla="*/ 182880 h 640080"/>
              <a:gd name="connsiteX4" fmla="*/ 30480 w 619760"/>
              <a:gd name="connsiteY4" fmla="*/ 223520 h 640080"/>
              <a:gd name="connsiteX5" fmla="*/ 20320 w 619760"/>
              <a:gd name="connsiteY5" fmla="*/ 467360 h 640080"/>
              <a:gd name="connsiteX6" fmla="*/ 30480 w 619760"/>
              <a:gd name="connsiteY6" fmla="*/ 518160 h 640080"/>
              <a:gd name="connsiteX7" fmla="*/ 101600 w 619760"/>
              <a:gd name="connsiteY7" fmla="*/ 548640 h 640080"/>
              <a:gd name="connsiteX8" fmla="*/ 132080 w 619760"/>
              <a:gd name="connsiteY8" fmla="*/ 568960 h 640080"/>
              <a:gd name="connsiteX9" fmla="*/ 345440 w 619760"/>
              <a:gd name="connsiteY9" fmla="*/ 568960 h 640080"/>
              <a:gd name="connsiteX10" fmla="*/ 375920 w 619760"/>
              <a:gd name="connsiteY10" fmla="*/ 538480 h 640080"/>
              <a:gd name="connsiteX11" fmla="*/ 396240 w 619760"/>
              <a:gd name="connsiteY11" fmla="*/ 508000 h 640080"/>
              <a:gd name="connsiteX12" fmla="*/ 426720 w 619760"/>
              <a:gd name="connsiteY12" fmla="*/ 487680 h 640080"/>
              <a:gd name="connsiteX13" fmla="*/ 487680 w 619760"/>
              <a:gd name="connsiteY13" fmla="*/ 528320 h 640080"/>
              <a:gd name="connsiteX14" fmla="*/ 518160 w 619760"/>
              <a:gd name="connsiteY14" fmla="*/ 548640 h 640080"/>
              <a:gd name="connsiteX15" fmla="*/ 548640 w 619760"/>
              <a:gd name="connsiteY15" fmla="*/ 609600 h 640080"/>
              <a:gd name="connsiteX16" fmla="*/ 558800 w 619760"/>
              <a:gd name="connsiteY16" fmla="*/ 640080 h 640080"/>
              <a:gd name="connsiteX17" fmla="*/ 609600 w 619760"/>
              <a:gd name="connsiteY17" fmla="*/ 579120 h 640080"/>
              <a:gd name="connsiteX18" fmla="*/ 619760 w 619760"/>
              <a:gd name="connsiteY18" fmla="*/ 508000 h 640080"/>
              <a:gd name="connsiteX19" fmla="*/ 609600 w 619760"/>
              <a:gd name="connsiteY19" fmla="*/ 274320 h 640080"/>
              <a:gd name="connsiteX20" fmla="*/ 589280 w 619760"/>
              <a:gd name="connsiteY20" fmla="*/ 243840 h 640080"/>
              <a:gd name="connsiteX21" fmla="*/ 558800 w 619760"/>
              <a:gd name="connsiteY21" fmla="*/ 233680 h 640080"/>
              <a:gd name="connsiteX22" fmla="*/ 497840 w 619760"/>
              <a:gd name="connsiteY22" fmla="*/ 182880 h 640080"/>
              <a:gd name="connsiteX23" fmla="*/ 457200 w 619760"/>
              <a:gd name="connsiteY23" fmla="*/ 162560 h 640080"/>
              <a:gd name="connsiteX24" fmla="*/ 426720 w 619760"/>
              <a:gd name="connsiteY24" fmla="*/ 152400 h 640080"/>
              <a:gd name="connsiteX25" fmla="*/ 396240 w 619760"/>
              <a:gd name="connsiteY25" fmla="*/ 132080 h 640080"/>
              <a:gd name="connsiteX26" fmla="*/ 375920 w 619760"/>
              <a:gd name="connsiteY26" fmla="*/ 101600 h 640080"/>
              <a:gd name="connsiteX27" fmla="*/ 365760 w 619760"/>
              <a:gd name="connsiteY27" fmla="*/ 71120 h 640080"/>
              <a:gd name="connsiteX28" fmla="*/ 274320 w 619760"/>
              <a:gd name="connsiteY28" fmla="*/ 30480 h 640080"/>
              <a:gd name="connsiteX29" fmla="*/ 243840 w 619760"/>
              <a:gd name="connsiteY29" fmla="*/ 10160 h 640080"/>
              <a:gd name="connsiteX30" fmla="*/ 152400 w 619760"/>
              <a:gd name="connsiteY30" fmla="*/ 0 h 640080"/>
              <a:gd name="connsiteX31" fmla="*/ 0 w 619760"/>
              <a:gd name="connsiteY31" fmla="*/ 5080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19760" h="640080">
                <a:moveTo>
                  <a:pt x="0" y="50800"/>
                </a:moveTo>
                <a:lnTo>
                  <a:pt x="0" y="50800"/>
                </a:lnTo>
                <a:cubicBezTo>
                  <a:pt x="3387" y="84667"/>
                  <a:pt x="4985" y="118760"/>
                  <a:pt x="10160" y="152400"/>
                </a:cubicBezTo>
                <a:cubicBezTo>
                  <a:pt x="11788" y="162985"/>
                  <a:pt x="17378" y="172582"/>
                  <a:pt x="20320" y="182880"/>
                </a:cubicBezTo>
                <a:cubicBezTo>
                  <a:pt x="24156" y="196306"/>
                  <a:pt x="27093" y="209973"/>
                  <a:pt x="30480" y="223520"/>
                </a:cubicBezTo>
                <a:cubicBezTo>
                  <a:pt x="27093" y="304800"/>
                  <a:pt x="20320" y="386009"/>
                  <a:pt x="20320" y="467360"/>
                </a:cubicBezTo>
                <a:cubicBezTo>
                  <a:pt x="20320" y="484629"/>
                  <a:pt x="21912" y="503167"/>
                  <a:pt x="30480" y="518160"/>
                </a:cubicBezTo>
                <a:cubicBezTo>
                  <a:pt x="42174" y="538625"/>
                  <a:pt x="83883" y="544211"/>
                  <a:pt x="101600" y="548640"/>
                </a:cubicBezTo>
                <a:cubicBezTo>
                  <a:pt x="111760" y="555413"/>
                  <a:pt x="120299" y="565747"/>
                  <a:pt x="132080" y="568960"/>
                </a:cubicBezTo>
                <a:cubicBezTo>
                  <a:pt x="204323" y="588663"/>
                  <a:pt x="271611" y="574639"/>
                  <a:pt x="345440" y="568960"/>
                </a:cubicBezTo>
                <a:cubicBezTo>
                  <a:pt x="355600" y="558800"/>
                  <a:pt x="366722" y="549518"/>
                  <a:pt x="375920" y="538480"/>
                </a:cubicBezTo>
                <a:cubicBezTo>
                  <a:pt x="383737" y="529099"/>
                  <a:pt x="387606" y="516634"/>
                  <a:pt x="396240" y="508000"/>
                </a:cubicBezTo>
                <a:cubicBezTo>
                  <a:pt x="404874" y="499366"/>
                  <a:pt x="416560" y="494453"/>
                  <a:pt x="426720" y="487680"/>
                </a:cubicBezTo>
                <a:lnTo>
                  <a:pt x="487680" y="528320"/>
                </a:lnTo>
                <a:lnTo>
                  <a:pt x="518160" y="548640"/>
                </a:lnTo>
                <a:cubicBezTo>
                  <a:pt x="543697" y="625252"/>
                  <a:pt x="509249" y="530818"/>
                  <a:pt x="548640" y="609600"/>
                </a:cubicBezTo>
                <a:cubicBezTo>
                  <a:pt x="553429" y="619179"/>
                  <a:pt x="555413" y="629920"/>
                  <a:pt x="558800" y="640080"/>
                </a:cubicBezTo>
                <a:cubicBezTo>
                  <a:pt x="571759" y="627121"/>
                  <a:pt x="603538" y="599327"/>
                  <a:pt x="609600" y="579120"/>
                </a:cubicBezTo>
                <a:cubicBezTo>
                  <a:pt x="616481" y="556183"/>
                  <a:pt x="616373" y="531707"/>
                  <a:pt x="619760" y="508000"/>
                </a:cubicBezTo>
                <a:cubicBezTo>
                  <a:pt x="616373" y="430107"/>
                  <a:pt x="618537" y="351773"/>
                  <a:pt x="609600" y="274320"/>
                </a:cubicBezTo>
                <a:cubicBezTo>
                  <a:pt x="608200" y="262190"/>
                  <a:pt x="598815" y="251468"/>
                  <a:pt x="589280" y="243840"/>
                </a:cubicBezTo>
                <a:cubicBezTo>
                  <a:pt x="580917" y="237150"/>
                  <a:pt x="568960" y="237067"/>
                  <a:pt x="558800" y="233680"/>
                </a:cubicBezTo>
                <a:cubicBezTo>
                  <a:pt x="530782" y="205662"/>
                  <a:pt x="530845" y="201740"/>
                  <a:pt x="497840" y="182880"/>
                </a:cubicBezTo>
                <a:cubicBezTo>
                  <a:pt x="484690" y="175366"/>
                  <a:pt x="471121" y="168526"/>
                  <a:pt x="457200" y="162560"/>
                </a:cubicBezTo>
                <a:cubicBezTo>
                  <a:pt x="447356" y="158341"/>
                  <a:pt x="436299" y="157189"/>
                  <a:pt x="426720" y="152400"/>
                </a:cubicBezTo>
                <a:cubicBezTo>
                  <a:pt x="415798" y="146939"/>
                  <a:pt x="406400" y="138853"/>
                  <a:pt x="396240" y="132080"/>
                </a:cubicBezTo>
                <a:cubicBezTo>
                  <a:pt x="389467" y="121920"/>
                  <a:pt x="381381" y="112522"/>
                  <a:pt x="375920" y="101600"/>
                </a:cubicBezTo>
                <a:cubicBezTo>
                  <a:pt x="371131" y="92021"/>
                  <a:pt x="372450" y="79483"/>
                  <a:pt x="365760" y="71120"/>
                </a:cubicBezTo>
                <a:cubicBezTo>
                  <a:pt x="342128" y="41580"/>
                  <a:pt x="303591" y="49994"/>
                  <a:pt x="274320" y="30480"/>
                </a:cubicBezTo>
                <a:cubicBezTo>
                  <a:pt x="264160" y="23707"/>
                  <a:pt x="255686" y="13122"/>
                  <a:pt x="243840" y="10160"/>
                </a:cubicBezTo>
                <a:cubicBezTo>
                  <a:pt x="214088" y="2722"/>
                  <a:pt x="182880" y="3387"/>
                  <a:pt x="152400" y="0"/>
                </a:cubicBezTo>
                <a:cubicBezTo>
                  <a:pt x="-16896" y="11286"/>
                  <a:pt x="25400" y="42333"/>
                  <a:pt x="0" y="50800"/>
                </a:cubicBezTo>
                <a:close/>
              </a:path>
            </a:pathLst>
          </a:custGeom>
          <a:solidFill>
            <a:srgbClr val="666633"/>
          </a:solidFill>
          <a:ln>
            <a:solidFill>
              <a:srgbClr val="66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05" y="4525421"/>
            <a:ext cx="1621677" cy="16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12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6121352" y="-1681923"/>
            <a:ext cx="1442910" cy="2558913"/>
          </a:xfrm>
          <a:custGeom>
            <a:avLst/>
            <a:gdLst>
              <a:gd name="connsiteX0" fmla="*/ 679511 w 1442910"/>
              <a:gd name="connsiteY0" fmla="*/ 344219 h 2558913"/>
              <a:gd name="connsiteX1" fmla="*/ 679511 w 1442910"/>
              <a:gd name="connsiteY1" fmla="*/ 344219 h 2558913"/>
              <a:gd name="connsiteX2" fmla="*/ 604011 w 1442910"/>
              <a:gd name="connsiteY2" fmla="*/ 335830 h 2558913"/>
              <a:gd name="connsiteX3" fmla="*/ 578844 w 1442910"/>
              <a:gd name="connsiteY3" fmla="*/ 327441 h 2558913"/>
              <a:gd name="connsiteX4" fmla="*/ 562066 w 1442910"/>
              <a:gd name="connsiteY4" fmla="*/ 302274 h 2558913"/>
              <a:gd name="connsiteX5" fmla="*/ 511732 w 1442910"/>
              <a:gd name="connsiteY5" fmla="*/ 285496 h 2558913"/>
              <a:gd name="connsiteX6" fmla="*/ 478176 w 1442910"/>
              <a:gd name="connsiteY6" fmla="*/ 235162 h 2558913"/>
              <a:gd name="connsiteX7" fmla="*/ 461398 w 1442910"/>
              <a:gd name="connsiteY7" fmla="*/ 184828 h 2558913"/>
              <a:gd name="connsiteX8" fmla="*/ 469787 w 1442910"/>
              <a:gd name="connsiteY8" fmla="*/ 109327 h 2558913"/>
              <a:gd name="connsiteX9" fmla="*/ 671122 w 1442910"/>
              <a:gd name="connsiteY9" fmla="*/ 126105 h 2558913"/>
              <a:gd name="connsiteX10" fmla="*/ 687900 w 1442910"/>
              <a:gd name="connsiteY10" fmla="*/ 151272 h 2558913"/>
              <a:gd name="connsiteX11" fmla="*/ 721456 w 1442910"/>
              <a:gd name="connsiteY11" fmla="*/ 184828 h 2558913"/>
              <a:gd name="connsiteX12" fmla="*/ 729845 w 1442910"/>
              <a:gd name="connsiteY12" fmla="*/ 159661 h 2558913"/>
              <a:gd name="connsiteX13" fmla="*/ 738234 w 1442910"/>
              <a:gd name="connsiteY13" fmla="*/ 84160 h 2558913"/>
              <a:gd name="connsiteX14" fmla="*/ 780179 w 1442910"/>
              <a:gd name="connsiteY14" fmla="*/ 42216 h 2558913"/>
              <a:gd name="connsiteX15" fmla="*/ 822124 w 1442910"/>
              <a:gd name="connsiteY15" fmla="*/ 271 h 2558913"/>
              <a:gd name="connsiteX16" fmla="*/ 864069 w 1442910"/>
              <a:gd name="connsiteY16" fmla="*/ 8660 h 2558913"/>
              <a:gd name="connsiteX17" fmla="*/ 880847 w 1442910"/>
              <a:gd name="connsiteY17" fmla="*/ 33827 h 2558913"/>
              <a:gd name="connsiteX18" fmla="*/ 897625 w 1442910"/>
              <a:gd name="connsiteY18" fmla="*/ 159661 h 2558913"/>
              <a:gd name="connsiteX19" fmla="*/ 922792 w 1442910"/>
              <a:gd name="connsiteY19" fmla="*/ 151272 h 2558913"/>
              <a:gd name="connsiteX20" fmla="*/ 939570 w 1442910"/>
              <a:gd name="connsiteY20" fmla="*/ 126105 h 2558913"/>
              <a:gd name="connsiteX21" fmla="*/ 964737 w 1442910"/>
              <a:gd name="connsiteY21" fmla="*/ 109327 h 2558913"/>
              <a:gd name="connsiteX22" fmla="*/ 973126 w 1442910"/>
              <a:gd name="connsiteY22" fmla="*/ 84160 h 2558913"/>
              <a:gd name="connsiteX23" fmla="*/ 1065405 w 1442910"/>
              <a:gd name="connsiteY23" fmla="*/ 84160 h 2558913"/>
              <a:gd name="connsiteX24" fmla="*/ 1023460 w 1442910"/>
              <a:gd name="connsiteY24" fmla="*/ 335830 h 2558913"/>
              <a:gd name="connsiteX25" fmla="*/ 998293 w 1442910"/>
              <a:gd name="connsiteY25" fmla="*/ 352608 h 2558913"/>
              <a:gd name="connsiteX26" fmla="*/ 989904 w 1442910"/>
              <a:gd name="connsiteY26" fmla="*/ 377775 h 2558913"/>
              <a:gd name="connsiteX27" fmla="*/ 998293 w 1442910"/>
              <a:gd name="connsiteY27" fmla="*/ 411331 h 2558913"/>
              <a:gd name="connsiteX28" fmla="*/ 1040238 w 1442910"/>
              <a:gd name="connsiteY28" fmla="*/ 486832 h 2558913"/>
              <a:gd name="connsiteX29" fmla="*/ 1065405 w 1442910"/>
              <a:gd name="connsiteY29" fmla="*/ 537166 h 2558913"/>
              <a:gd name="connsiteX30" fmla="*/ 1090572 w 1442910"/>
              <a:gd name="connsiteY30" fmla="*/ 553944 h 2558913"/>
              <a:gd name="connsiteX31" fmla="*/ 1115739 w 1442910"/>
              <a:gd name="connsiteY31" fmla="*/ 562333 h 2558913"/>
              <a:gd name="connsiteX32" fmla="*/ 1132517 w 1442910"/>
              <a:gd name="connsiteY32" fmla="*/ 612667 h 2558913"/>
              <a:gd name="connsiteX33" fmla="*/ 1140906 w 1442910"/>
              <a:gd name="connsiteY33" fmla="*/ 637834 h 2558913"/>
              <a:gd name="connsiteX34" fmla="*/ 1149295 w 1442910"/>
              <a:gd name="connsiteY34" fmla="*/ 671390 h 2558913"/>
              <a:gd name="connsiteX35" fmla="*/ 1174462 w 1442910"/>
              <a:gd name="connsiteY35" fmla="*/ 721724 h 2558913"/>
              <a:gd name="connsiteX36" fmla="*/ 1199629 w 1442910"/>
              <a:gd name="connsiteY36" fmla="*/ 730113 h 2558913"/>
              <a:gd name="connsiteX37" fmla="*/ 1216407 w 1442910"/>
              <a:gd name="connsiteY37" fmla="*/ 797225 h 2558913"/>
              <a:gd name="connsiteX38" fmla="*/ 1224796 w 1442910"/>
              <a:gd name="connsiteY38" fmla="*/ 830781 h 2558913"/>
              <a:gd name="connsiteX39" fmla="*/ 1258352 w 1442910"/>
              <a:gd name="connsiteY39" fmla="*/ 889504 h 2558913"/>
              <a:gd name="connsiteX40" fmla="*/ 1291908 w 1442910"/>
              <a:gd name="connsiteY40" fmla="*/ 948227 h 2558913"/>
              <a:gd name="connsiteX41" fmla="*/ 1300297 w 1442910"/>
              <a:gd name="connsiteY41" fmla="*/ 973394 h 2558913"/>
              <a:gd name="connsiteX42" fmla="*/ 1317075 w 1442910"/>
              <a:gd name="connsiteY42" fmla="*/ 998560 h 2558913"/>
              <a:gd name="connsiteX43" fmla="*/ 1333853 w 1442910"/>
              <a:gd name="connsiteY43" fmla="*/ 1048894 h 2558913"/>
              <a:gd name="connsiteX44" fmla="*/ 1342242 w 1442910"/>
              <a:gd name="connsiteY44" fmla="*/ 1074061 h 2558913"/>
              <a:gd name="connsiteX45" fmla="*/ 1350631 w 1442910"/>
              <a:gd name="connsiteY45" fmla="*/ 1116006 h 2558913"/>
              <a:gd name="connsiteX46" fmla="*/ 1367409 w 1442910"/>
              <a:gd name="connsiteY46" fmla="*/ 1166340 h 2558913"/>
              <a:gd name="connsiteX47" fmla="*/ 1392576 w 1442910"/>
              <a:gd name="connsiteY47" fmla="*/ 1225063 h 2558913"/>
              <a:gd name="connsiteX48" fmla="*/ 1417743 w 1442910"/>
              <a:gd name="connsiteY48" fmla="*/ 1241841 h 2558913"/>
              <a:gd name="connsiteX49" fmla="*/ 1426132 w 1442910"/>
              <a:gd name="connsiteY49" fmla="*/ 1275397 h 2558913"/>
              <a:gd name="connsiteX50" fmla="*/ 1434521 w 1442910"/>
              <a:gd name="connsiteY50" fmla="*/ 1317342 h 2558913"/>
              <a:gd name="connsiteX51" fmla="*/ 1442910 w 1442910"/>
              <a:gd name="connsiteY51" fmla="*/ 1342509 h 2558913"/>
              <a:gd name="connsiteX52" fmla="*/ 1434521 w 1442910"/>
              <a:gd name="connsiteY52" fmla="*/ 2030406 h 2558913"/>
              <a:gd name="connsiteX53" fmla="*/ 1400965 w 1442910"/>
              <a:gd name="connsiteY53" fmla="*/ 2080740 h 2558913"/>
              <a:gd name="connsiteX54" fmla="*/ 1392576 w 1442910"/>
              <a:gd name="connsiteY54" fmla="*/ 2105907 h 2558913"/>
              <a:gd name="connsiteX55" fmla="*/ 1350631 w 1442910"/>
              <a:gd name="connsiteY55" fmla="*/ 2164630 h 2558913"/>
              <a:gd name="connsiteX56" fmla="*/ 1317075 w 1442910"/>
              <a:gd name="connsiteY56" fmla="*/ 2223353 h 2558913"/>
              <a:gd name="connsiteX57" fmla="*/ 1308686 w 1442910"/>
              <a:gd name="connsiteY57" fmla="*/ 2248520 h 2558913"/>
              <a:gd name="connsiteX58" fmla="*/ 1258352 w 1442910"/>
              <a:gd name="connsiteY58" fmla="*/ 2298854 h 2558913"/>
              <a:gd name="connsiteX59" fmla="*/ 1249963 w 1442910"/>
              <a:gd name="connsiteY59" fmla="*/ 2324021 h 2558913"/>
              <a:gd name="connsiteX60" fmla="*/ 1191240 w 1442910"/>
              <a:gd name="connsiteY60" fmla="*/ 2374355 h 2558913"/>
              <a:gd name="connsiteX61" fmla="*/ 1132517 w 1442910"/>
              <a:gd name="connsiteY61" fmla="*/ 2433078 h 2558913"/>
              <a:gd name="connsiteX62" fmla="*/ 1073794 w 1442910"/>
              <a:gd name="connsiteY62" fmla="*/ 2483412 h 2558913"/>
              <a:gd name="connsiteX63" fmla="*/ 1031849 w 1442910"/>
              <a:gd name="connsiteY63" fmla="*/ 2500190 h 2558913"/>
              <a:gd name="connsiteX64" fmla="*/ 1006682 w 1442910"/>
              <a:gd name="connsiteY64" fmla="*/ 2508579 h 2558913"/>
              <a:gd name="connsiteX65" fmla="*/ 956348 w 1442910"/>
              <a:gd name="connsiteY65" fmla="*/ 2533746 h 2558913"/>
              <a:gd name="connsiteX66" fmla="*/ 897625 w 1442910"/>
              <a:gd name="connsiteY66" fmla="*/ 2542135 h 2558913"/>
              <a:gd name="connsiteX67" fmla="*/ 830513 w 1442910"/>
              <a:gd name="connsiteY67" fmla="*/ 2558913 h 2558913"/>
              <a:gd name="connsiteX68" fmla="*/ 302007 w 1442910"/>
              <a:gd name="connsiteY68" fmla="*/ 2550524 h 2558913"/>
              <a:gd name="connsiteX69" fmla="*/ 251673 w 1442910"/>
              <a:gd name="connsiteY69" fmla="*/ 2508579 h 2558913"/>
              <a:gd name="connsiteX70" fmla="*/ 218117 w 1442910"/>
              <a:gd name="connsiteY70" fmla="*/ 2500190 h 2558913"/>
              <a:gd name="connsiteX71" fmla="*/ 192950 w 1442910"/>
              <a:gd name="connsiteY71" fmla="*/ 2483412 h 2558913"/>
              <a:gd name="connsiteX72" fmla="*/ 167783 w 1442910"/>
              <a:gd name="connsiteY72" fmla="*/ 2475023 h 2558913"/>
              <a:gd name="connsiteX73" fmla="*/ 125838 w 1442910"/>
              <a:gd name="connsiteY73" fmla="*/ 2458245 h 2558913"/>
              <a:gd name="connsiteX74" fmla="*/ 75504 w 1442910"/>
              <a:gd name="connsiteY74" fmla="*/ 2441467 h 2558913"/>
              <a:gd name="connsiteX75" fmla="*/ 50337 w 1442910"/>
              <a:gd name="connsiteY75" fmla="*/ 2382744 h 2558913"/>
              <a:gd name="connsiteX76" fmla="*/ 25170 w 1442910"/>
              <a:gd name="connsiteY76" fmla="*/ 2357577 h 2558913"/>
              <a:gd name="connsiteX77" fmla="*/ 8392 w 1442910"/>
              <a:gd name="connsiteY77" fmla="*/ 2332410 h 2558913"/>
              <a:gd name="connsiteX78" fmla="*/ 3 w 1442910"/>
              <a:gd name="connsiteY78" fmla="*/ 2282076 h 2558913"/>
              <a:gd name="connsiteX79" fmla="*/ 16781 w 1442910"/>
              <a:gd name="connsiteY79" fmla="*/ 1426399 h 2558913"/>
              <a:gd name="connsiteX80" fmla="*/ 33559 w 1442910"/>
              <a:gd name="connsiteY80" fmla="*/ 1350898 h 2558913"/>
              <a:gd name="connsiteX81" fmla="*/ 50337 w 1442910"/>
              <a:gd name="connsiteY81" fmla="*/ 1317342 h 2558913"/>
              <a:gd name="connsiteX82" fmla="*/ 67115 w 1442910"/>
              <a:gd name="connsiteY82" fmla="*/ 1267008 h 2558913"/>
              <a:gd name="connsiteX83" fmla="*/ 75504 w 1442910"/>
              <a:gd name="connsiteY83" fmla="*/ 1225063 h 2558913"/>
              <a:gd name="connsiteX84" fmla="*/ 134227 w 1442910"/>
              <a:gd name="connsiteY84" fmla="*/ 1157951 h 2558913"/>
              <a:gd name="connsiteX85" fmla="*/ 142616 w 1442910"/>
              <a:gd name="connsiteY85" fmla="*/ 1132784 h 2558913"/>
              <a:gd name="connsiteX86" fmla="*/ 159394 w 1442910"/>
              <a:gd name="connsiteY86" fmla="*/ 1074061 h 2558913"/>
              <a:gd name="connsiteX87" fmla="*/ 176172 w 1442910"/>
              <a:gd name="connsiteY87" fmla="*/ 1048894 h 2558913"/>
              <a:gd name="connsiteX88" fmla="*/ 209728 w 1442910"/>
              <a:gd name="connsiteY88" fmla="*/ 981782 h 2558913"/>
              <a:gd name="connsiteX89" fmla="*/ 218117 w 1442910"/>
              <a:gd name="connsiteY89" fmla="*/ 956616 h 2558913"/>
              <a:gd name="connsiteX90" fmla="*/ 243284 w 1442910"/>
              <a:gd name="connsiteY90" fmla="*/ 923060 h 2558913"/>
              <a:gd name="connsiteX91" fmla="*/ 251673 w 1442910"/>
              <a:gd name="connsiteY91" fmla="*/ 897893 h 2558913"/>
              <a:gd name="connsiteX92" fmla="*/ 260062 w 1442910"/>
              <a:gd name="connsiteY92" fmla="*/ 855948 h 2558913"/>
              <a:gd name="connsiteX93" fmla="*/ 285229 w 1442910"/>
              <a:gd name="connsiteY93" fmla="*/ 814003 h 2558913"/>
              <a:gd name="connsiteX94" fmla="*/ 318785 w 1442910"/>
              <a:gd name="connsiteY94" fmla="*/ 755280 h 2558913"/>
              <a:gd name="connsiteX95" fmla="*/ 352341 w 1442910"/>
              <a:gd name="connsiteY95" fmla="*/ 696557 h 2558913"/>
              <a:gd name="connsiteX96" fmla="*/ 360730 w 1442910"/>
              <a:gd name="connsiteY96" fmla="*/ 671390 h 2558913"/>
              <a:gd name="connsiteX97" fmla="*/ 394286 w 1442910"/>
              <a:gd name="connsiteY97" fmla="*/ 621056 h 2558913"/>
              <a:gd name="connsiteX98" fmla="*/ 402675 w 1442910"/>
              <a:gd name="connsiteY98" fmla="*/ 595889 h 2558913"/>
              <a:gd name="connsiteX99" fmla="*/ 461398 w 1442910"/>
              <a:gd name="connsiteY99" fmla="*/ 520388 h 2558913"/>
              <a:gd name="connsiteX100" fmla="*/ 486565 w 1442910"/>
              <a:gd name="connsiteY100" fmla="*/ 461665 h 2558913"/>
              <a:gd name="connsiteX101" fmla="*/ 511732 w 1442910"/>
              <a:gd name="connsiteY101" fmla="*/ 444887 h 2558913"/>
              <a:gd name="connsiteX102" fmla="*/ 536899 w 1442910"/>
              <a:gd name="connsiteY102" fmla="*/ 419720 h 2558913"/>
              <a:gd name="connsiteX103" fmla="*/ 587233 w 1442910"/>
              <a:gd name="connsiteY103" fmla="*/ 386164 h 2558913"/>
              <a:gd name="connsiteX104" fmla="*/ 629178 w 1442910"/>
              <a:gd name="connsiteY104" fmla="*/ 344219 h 2558913"/>
              <a:gd name="connsiteX105" fmla="*/ 679511 w 1442910"/>
              <a:gd name="connsiteY105" fmla="*/ 344219 h 2558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442910" h="2558913">
                <a:moveTo>
                  <a:pt x="679511" y="344219"/>
                </a:moveTo>
                <a:lnTo>
                  <a:pt x="679511" y="344219"/>
                </a:lnTo>
                <a:cubicBezTo>
                  <a:pt x="654344" y="341423"/>
                  <a:pt x="628988" y="339993"/>
                  <a:pt x="604011" y="335830"/>
                </a:cubicBezTo>
                <a:cubicBezTo>
                  <a:pt x="595289" y="334376"/>
                  <a:pt x="585749" y="332965"/>
                  <a:pt x="578844" y="327441"/>
                </a:cubicBezTo>
                <a:cubicBezTo>
                  <a:pt x="570971" y="321143"/>
                  <a:pt x="570616" y="307618"/>
                  <a:pt x="562066" y="302274"/>
                </a:cubicBezTo>
                <a:cubicBezTo>
                  <a:pt x="547069" y="292901"/>
                  <a:pt x="511732" y="285496"/>
                  <a:pt x="511732" y="285496"/>
                </a:cubicBezTo>
                <a:cubicBezTo>
                  <a:pt x="500547" y="268718"/>
                  <a:pt x="484553" y="254292"/>
                  <a:pt x="478176" y="235162"/>
                </a:cubicBezTo>
                <a:lnTo>
                  <a:pt x="461398" y="184828"/>
                </a:lnTo>
                <a:cubicBezTo>
                  <a:pt x="464194" y="159661"/>
                  <a:pt x="445990" y="117981"/>
                  <a:pt x="469787" y="109327"/>
                </a:cubicBezTo>
                <a:cubicBezTo>
                  <a:pt x="545628" y="81748"/>
                  <a:pt x="606602" y="104598"/>
                  <a:pt x="671122" y="126105"/>
                </a:cubicBezTo>
                <a:cubicBezTo>
                  <a:pt x="676715" y="134494"/>
                  <a:pt x="680027" y="144974"/>
                  <a:pt x="687900" y="151272"/>
                </a:cubicBezTo>
                <a:cubicBezTo>
                  <a:pt x="728574" y="183811"/>
                  <a:pt x="703153" y="129918"/>
                  <a:pt x="721456" y="184828"/>
                </a:cubicBezTo>
                <a:cubicBezTo>
                  <a:pt x="724252" y="176439"/>
                  <a:pt x="728391" y="168383"/>
                  <a:pt x="729845" y="159661"/>
                </a:cubicBezTo>
                <a:cubicBezTo>
                  <a:pt x="734008" y="134684"/>
                  <a:pt x="732092" y="108726"/>
                  <a:pt x="738234" y="84160"/>
                </a:cubicBezTo>
                <a:cubicBezTo>
                  <a:pt x="743826" y="61791"/>
                  <a:pt x="763402" y="53401"/>
                  <a:pt x="780179" y="42216"/>
                </a:cubicBezTo>
                <a:cubicBezTo>
                  <a:pt x="789331" y="28489"/>
                  <a:pt x="801787" y="2813"/>
                  <a:pt x="822124" y="271"/>
                </a:cubicBezTo>
                <a:cubicBezTo>
                  <a:pt x="836272" y="-1498"/>
                  <a:pt x="850087" y="5864"/>
                  <a:pt x="864069" y="8660"/>
                </a:cubicBezTo>
                <a:cubicBezTo>
                  <a:pt x="869662" y="17049"/>
                  <a:pt x="877307" y="24387"/>
                  <a:pt x="880847" y="33827"/>
                </a:cubicBezTo>
                <a:cubicBezTo>
                  <a:pt x="890325" y="59101"/>
                  <a:pt x="896534" y="148755"/>
                  <a:pt x="897625" y="159661"/>
                </a:cubicBezTo>
                <a:cubicBezTo>
                  <a:pt x="906014" y="156865"/>
                  <a:pt x="915887" y="156796"/>
                  <a:pt x="922792" y="151272"/>
                </a:cubicBezTo>
                <a:cubicBezTo>
                  <a:pt x="930665" y="144974"/>
                  <a:pt x="932441" y="133234"/>
                  <a:pt x="939570" y="126105"/>
                </a:cubicBezTo>
                <a:cubicBezTo>
                  <a:pt x="946699" y="118976"/>
                  <a:pt x="956348" y="114920"/>
                  <a:pt x="964737" y="109327"/>
                </a:cubicBezTo>
                <a:cubicBezTo>
                  <a:pt x="967533" y="100938"/>
                  <a:pt x="966873" y="90413"/>
                  <a:pt x="973126" y="84160"/>
                </a:cubicBezTo>
                <a:cubicBezTo>
                  <a:pt x="992093" y="65193"/>
                  <a:pt x="1059855" y="83466"/>
                  <a:pt x="1065405" y="84160"/>
                </a:cubicBezTo>
                <a:cubicBezTo>
                  <a:pt x="1064601" y="103450"/>
                  <a:pt x="1091746" y="290306"/>
                  <a:pt x="1023460" y="335830"/>
                </a:cubicBezTo>
                <a:lnTo>
                  <a:pt x="998293" y="352608"/>
                </a:lnTo>
                <a:cubicBezTo>
                  <a:pt x="995497" y="360997"/>
                  <a:pt x="989904" y="368932"/>
                  <a:pt x="989904" y="377775"/>
                </a:cubicBezTo>
                <a:cubicBezTo>
                  <a:pt x="989904" y="389305"/>
                  <a:pt x="994980" y="400288"/>
                  <a:pt x="998293" y="411331"/>
                </a:cubicBezTo>
                <a:cubicBezTo>
                  <a:pt x="1015890" y="469987"/>
                  <a:pt x="1004533" y="451127"/>
                  <a:pt x="1040238" y="486832"/>
                </a:cubicBezTo>
                <a:cubicBezTo>
                  <a:pt x="1047061" y="507301"/>
                  <a:pt x="1049143" y="520904"/>
                  <a:pt x="1065405" y="537166"/>
                </a:cubicBezTo>
                <a:cubicBezTo>
                  <a:pt x="1072534" y="544295"/>
                  <a:pt x="1081554" y="549435"/>
                  <a:pt x="1090572" y="553944"/>
                </a:cubicBezTo>
                <a:cubicBezTo>
                  <a:pt x="1098481" y="557899"/>
                  <a:pt x="1107350" y="559537"/>
                  <a:pt x="1115739" y="562333"/>
                </a:cubicBezTo>
                <a:lnTo>
                  <a:pt x="1132517" y="612667"/>
                </a:lnTo>
                <a:cubicBezTo>
                  <a:pt x="1135313" y="621056"/>
                  <a:pt x="1138761" y="629255"/>
                  <a:pt x="1140906" y="637834"/>
                </a:cubicBezTo>
                <a:cubicBezTo>
                  <a:pt x="1143702" y="649019"/>
                  <a:pt x="1146128" y="660304"/>
                  <a:pt x="1149295" y="671390"/>
                </a:cubicBezTo>
                <a:cubicBezTo>
                  <a:pt x="1153798" y="687150"/>
                  <a:pt x="1160845" y="710830"/>
                  <a:pt x="1174462" y="721724"/>
                </a:cubicBezTo>
                <a:cubicBezTo>
                  <a:pt x="1181367" y="727248"/>
                  <a:pt x="1191240" y="727317"/>
                  <a:pt x="1199629" y="730113"/>
                </a:cubicBezTo>
                <a:cubicBezTo>
                  <a:pt x="1216685" y="815391"/>
                  <a:pt x="1199210" y="737035"/>
                  <a:pt x="1216407" y="797225"/>
                </a:cubicBezTo>
                <a:cubicBezTo>
                  <a:pt x="1219574" y="808311"/>
                  <a:pt x="1220748" y="819986"/>
                  <a:pt x="1224796" y="830781"/>
                </a:cubicBezTo>
                <a:cubicBezTo>
                  <a:pt x="1233919" y="855109"/>
                  <a:pt x="1244444" y="868642"/>
                  <a:pt x="1258352" y="889504"/>
                </a:cubicBezTo>
                <a:cubicBezTo>
                  <a:pt x="1276095" y="960474"/>
                  <a:pt x="1251924" y="888252"/>
                  <a:pt x="1291908" y="948227"/>
                </a:cubicBezTo>
                <a:cubicBezTo>
                  <a:pt x="1296813" y="955585"/>
                  <a:pt x="1296342" y="965485"/>
                  <a:pt x="1300297" y="973394"/>
                </a:cubicBezTo>
                <a:cubicBezTo>
                  <a:pt x="1304806" y="982412"/>
                  <a:pt x="1311482" y="990171"/>
                  <a:pt x="1317075" y="998560"/>
                </a:cubicBezTo>
                <a:lnTo>
                  <a:pt x="1333853" y="1048894"/>
                </a:lnTo>
                <a:cubicBezTo>
                  <a:pt x="1336649" y="1057283"/>
                  <a:pt x="1340508" y="1065390"/>
                  <a:pt x="1342242" y="1074061"/>
                </a:cubicBezTo>
                <a:cubicBezTo>
                  <a:pt x="1345038" y="1088043"/>
                  <a:pt x="1346879" y="1102250"/>
                  <a:pt x="1350631" y="1116006"/>
                </a:cubicBezTo>
                <a:cubicBezTo>
                  <a:pt x="1355284" y="1133068"/>
                  <a:pt x="1363120" y="1149182"/>
                  <a:pt x="1367409" y="1166340"/>
                </a:cubicBezTo>
                <a:cubicBezTo>
                  <a:pt x="1373827" y="1192011"/>
                  <a:pt x="1373265" y="1205752"/>
                  <a:pt x="1392576" y="1225063"/>
                </a:cubicBezTo>
                <a:cubicBezTo>
                  <a:pt x="1399705" y="1232192"/>
                  <a:pt x="1409354" y="1236248"/>
                  <a:pt x="1417743" y="1241841"/>
                </a:cubicBezTo>
                <a:cubicBezTo>
                  <a:pt x="1420539" y="1253026"/>
                  <a:pt x="1423631" y="1264142"/>
                  <a:pt x="1426132" y="1275397"/>
                </a:cubicBezTo>
                <a:cubicBezTo>
                  <a:pt x="1429225" y="1289316"/>
                  <a:pt x="1431063" y="1303509"/>
                  <a:pt x="1434521" y="1317342"/>
                </a:cubicBezTo>
                <a:cubicBezTo>
                  <a:pt x="1436666" y="1325921"/>
                  <a:pt x="1440114" y="1334120"/>
                  <a:pt x="1442910" y="1342509"/>
                </a:cubicBezTo>
                <a:cubicBezTo>
                  <a:pt x="1440114" y="1571808"/>
                  <a:pt x="1447529" y="1801459"/>
                  <a:pt x="1434521" y="2030406"/>
                </a:cubicBezTo>
                <a:cubicBezTo>
                  <a:pt x="1433377" y="2050538"/>
                  <a:pt x="1407342" y="2061610"/>
                  <a:pt x="1400965" y="2080740"/>
                </a:cubicBezTo>
                <a:cubicBezTo>
                  <a:pt x="1398169" y="2089129"/>
                  <a:pt x="1396531" y="2097998"/>
                  <a:pt x="1392576" y="2105907"/>
                </a:cubicBezTo>
                <a:cubicBezTo>
                  <a:pt x="1386443" y="2118174"/>
                  <a:pt x="1356331" y="2157030"/>
                  <a:pt x="1350631" y="2164630"/>
                </a:cubicBezTo>
                <a:cubicBezTo>
                  <a:pt x="1332888" y="2235600"/>
                  <a:pt x="1357059" y="2163378"/>
                  <a:pt x="1317075" y="2223353"/>
                </a:cubicBezTo>
                <a:cubicBezTo>
                  <a:pt x="1312170" y="2230711"/>
                  <a:pt x="1313073" y="2240842"/>
                  <a:pt x="1308686" y="2248520"/>
                </a:cubicBezTo>
                <a:cubicBezTo>
                  <a:pt x="1289476" y="2282138"/>
                  <a:pt x="1286495" y="2280092"/>
                  <a:pt x="1258352" y="2298854"/>
                </a:cubicBezTo>
                <a:cubicBezTo>
                  <a:pt x="1255556" y="2307243"/>
                  <a:pt x="1254868" y="2316663"/>
                  <a:pt x="1249963" y="2324021"/>
                </a:cubicBezTo>
                <a:cubicBezTo>
                  <a:pt x="1238278" y="2341548"/>
                  <a:pt x="1206746" y="2362725"/>
                  <a:pt x="1191240" y="2374355"/>
                </a:cubicBezTo>
                <a:cubicBezTo>
                  <a:pt x="1172258" y="2431302"/>
                  <a:pt x="1199824" y="2365771"/>
                  <a:pt x="1132517" y="2433078"/>
                </a:cubicBezTo>
                <a:cubicBezTo>
                  <a:pt x="1111877" y="2453718"/>
                  <a:pt x="1099346" y="2470636"/>
                  <a:pt x="1073794" y="2483412"/>
                </a:cubicBezTo>
                <a:cubicBezTo>
                  <a:pt x="1060325" y="2490146"/>
                  <a:pt x="1045949" y="2494903"/>
                  <a:pt x="1031849" y="2500190"/>
                </a:cubicBezTo>
                <a:cubicBezTo>
                  <a:pt x="1023569" y="2503295"/>
                  <a:pt x="1014591" y="2504624"/>
                  <a:pt x="1006682" y="2508579"/>
                </a:cubicBezTo>
                <a:cubicBezTo>
                  <a:pt x="973688" y="2525076"/>
                  <a:pt x="991491" y="2526717"/>
                  <a:pt x="956348" y="2533746"/>
                </a:cubicBezTo>
                <a:cubicBezTo>
                  <a:pt x="936959" y="2537624"/>
                  <a:pt x="917014" y="2538257"/>
                  <a:pt x="897625" y="2542135"/>
                </a:cubicBezTo>
                <a:cubicBezTo>
                  <a:pt x="875014" y="2546657"/>
                  <a:pt x="830513" y="2558913"/>
                  <a:pt x="830513" y="2558913"/>
                </a:cubicBezTo>
                <a:cubicBezTo>
                  <a:pt x="654344" y="2556117"/>
                  <a:pt x="478016" y="2558524"/>
                  <a:pt x="302007" y="2550524"/>
                </a:cubicBezTo>
                <a:cubicBezTo>
                  <a:pt x="285988" y="2549796"/>
                  <a:pt x="261590" y="2514246"/>
                  <a:pt x="251673" y="2508579"/>
                </a:cubicBezTo>
                <a:cubicBezTo>
                  <a:pt x="241663" y="2502859"/>
                  <a:pt x="229302" y="2502986"/>
                  <a:pt x="218117" y="2500190"/>
                </a:cubicBezTo>
                <a:cubicBezTo>
                  <a:pt x="209728" y="2494597"/>
                  <a:pt x="201968" y="2487921"/>
                  <a:pt x="192950" y="2483412"/>
                </a:cubicBezTo>
                <a:cubicBezTo>
                  <a:pt x="185041" y="2479457"/>
                  <a:pt x="176063" y="2478128"/>
                  <a:pt x="167783" y="2475023"/>
                </a:cubicBezTo>
                <a:cubicBezTo>
                  <a:pt x="153683" y="2469736"/>
                  <a:pt x="139990" y="2463391"/>
                  <a:pt x="125838" y="2458245"/>
                </a:cubicBezTo>
                <a:cubicBezTo>
                  <a:pt x="109217" y="2452201"/>
                  <a:pt x="75504" y="2441467"/>
                  <a:pt x="75504" y="2441467"/>
                </a:cubicBezTo>
                <a:cubicBezTo>
                  <a:pt x="68658" y="2420929"/>
                  <a:pt x="63295" y="2400885"/>
                  <a:pt x="50337" y="2382744"/>
                </a:cubicBezTo>
                <a:cubicBezTo>
                  <a:pt x="43441" y="2373090"/>
                  <a:pt x="32765" y="2366691"/>
                  <a:pt x="25170" y="2357577"/>
                </a:cubicBezTo>
                <a:cubicBezTo>
                  <a:pt x="18715" y="2349832"/>
                  <a:pt x="13985" y="2340799"/>
                  <a:pt x="8392" y="2332410"/>
                </a:cubicBezTo>
                <a:cubicBezTo>
                  <a:pt x="5596" y="2315632"/>
                  <a:pt x="-154" y="2299085"/>
                  <a:pt x="3" y="2282076"/>
                </a:cubicBezTo>
                <a:cubicBezTo>
                  <a:pt x="2644" y="1996808"/>
                  <a:pt x="8860" y="1711569"/>
                  <a:pt x="16781" y="1426399"/>
                </a:cubicBezTo>
                <a:cubicBezTo>
                  <a:pt x="17329" y="1406687"/>
                  <a:pt x="24623" y="1371748"/>
                  <a:pt x="33559" y="1350898"/>
                </a:cubicBezTo>
                <a:cubicBezTo>
                  <a:pt x="38485" y="1339404"/>
                  <a:pt x="45693" y="1328953"/>
                  <a:pt x="50337" y="1317342"/>
                </a:cubicBezTo>
                <a:cubicBezTo>
                  <a:pt x="56905" y="1300921"/>
                  <a:pt x="63647" y="1284350"/>
                  <a:pt x="67115" y="1267008"/>
                </a:cubicBezTo>
                <a:cubicBezTo>
                  <a:pt x="69911" y="1253026"/>
                  <a:pt x="70497" y="1238414"/>
                  <a:pt x="75504" y="1225063"/>
                </a:cubicBezTo>
                <a:cubicBezTo>
                  <a:pt x="83828" y="1202866"/>
                  <a:pt x="123243" y="1168935"/>
                  <a:pt x="134227" y="1157951"/>
                </a:cubicBezTo>
                <a:cubicBezTo>
                  <a:pt x="137023" y="1149562"/>
                  <a:pt x="140187" y="1141287"/>
                  <a:pt x="142616" y="1132784"/>
                </a:cubicBezTo>
                <a:cubicBezTo>
                  <a:pt x="146200" y="1120241"/>
                  <a:pt x="152689" y="1087470"/>
                  <a:pt x="159394" y="1074061"/>
                </a:cubicBezTo>
                <a:cubicBezTo>
                  <a:pt x="163903" y="1065043"/>
                  <a:pt x="171344" y="1057745"/>
                  <a:pt x="176172" y="1048894"/>
                </a:cubicBezTo>
                <a:cubicBezTo>
                  <a:pt x="188149" y="1026937"/>
                  <a:pt x="201818" y="1005510"/>
                  <a:pt x="209728" y="981782"/>
                </a:cubicBezTo>
                <a:cubicBezTo>
                  <a:pt x="212524" y="973393"/>
                  <a:pt x="213730" y="964293"/>
                  <a:pt x="218117" y="956616"/>
                </a:cubicBezTo>
                <a:cubicBezTo>
                  <a:pt x="225054" y="944477"/>
                  <a:pt x="234895" y="934245"/>
                  <a:pt x="243284" y="923060"/>
                </a:cubicBezTo>
                <a:cubicBezTo>
                  <a:pt x="246080" y="914671"/>
                  <a:pt x="249528" y="906472"/>
                  <a:pt x="251673" y="897893"/>
                </a:cubicBezTo>
                <a:cubicBezTo>
                  <a:pt x="255131" y="884060"/>
                  <a:pt x="254767" y="869187"/>
                  <a:pt x="260062" y="855948"/>
                </a:cubicBezTo>
                <a:cubicBezTo>
                  <a:pt x="266118" y="840809"/>
                  <a:pt x="277310" y="828256"/>
                  <a:pt x="285229" y="814003"/>
                </a:cubicBezTo>
                <a:cubicBezTo>
                  <a:pt x="320707" y="750142"/>
                  <a:pt x="283629" y="808014"/>
                  <a:pt x="318785" y="755280"/>
                </a:cubicBezTo>
                <a:cubicBezTo>
                  <a:pt x="336528" y="684310"/>
                  <a:pt x="312357" y="756532"/>
                  <a:pt x="352341" y="696557"/>
                </a:cubicBezTo>
                <a:cubicBezTo>
                  <a:pt x="357246" y="689199"/>
                  <a:pt x="356436" y="679120"/>
                  <a:pt x="360730" y="671390"/>
                </a:cubicBezTo>
                <a:cubicBezTo>
                  <a:pt x="370523" y="653763"/>
                  <a:pt x="387909" y="640186"/>
                  <a:pt x="394286" y="621056"/>
                </a:cubicBezTo>
                <a:cubicBezTo>
                  <a:pt x="397082" y="612667"/>
                  <a:pt x="397770" y="603247"/>
                  <a:pt x="402675" y="595889"/>
                </a:cubicBezTo>
                <a:cubicBezTo>
                  <a:pt x="431628" y="552460"/>
                  <a:pt x="439061" y="587399"/>
                  <a:pt x="461398" y="520388"/>
                </a:cubicBezTo>
                <a:cubicBezTo>
                  <a:pt x="467226" y="502904"/>
                  <a:pt x="475047" y="475487"/>
                  <a:pt x="486565" y="461665"/>
                </a:cubicBezTo>
                <a:cubicBezTo>
                  <a:pt x="493020" y="453920"/>
                  <a:pt x="503987" y="451342"/>
                  <a:pt x="511732" y="444887"/>
                </a:cubicBezTo>
                <a:cubicBezTo>
                  <a:pt x="520846" y="437292"/>
                  <a:pt x="527534" y="427004"/>
                  <a:pt x="536899" y="419720"/>
                </a:cubicBezTo>
                <a:cubicBezTo>
                  <a:pt x="552816" y="407340"/>
                  <a:pt x="587233" y="386164"/>
                  <a:pt x="587233" y="386164"/>
                </a:cubicBezTo>
                <a:cubicBezTo>
                  <a:pt x="631974" y="319052"/>
                  <a:pt x="573251" y="400146"/>
                  <a:pt x="629178" y="344219"/>
                </a:cubicBezTo>
                <a:cubicBezTo>
                  <a:pt x="636307" y="337090"/>
                  <a:pt x="671122" y="344219"/>
                  <a:pt x="679511" y="344219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form 4"/>
          <p:cNvSpPr/>
          <p:nvPr/>
        </p:nvSpPr>
        <p:spPr>
          <a:xfrm>
            <a:off x="6691807" y="-1331655"/>
            <a:ext cx="449289" cy="45719"/>
          </a:xfrm>
          <a:custGeom>
            <a:avLst/>
            <a:gdLst>
              <a:gd name="connsiteX0" fmla="*/ 0 w 449289"/>
              <a:gd name="connsiteY0" fmla="*/ 27507 h 136564"/>
              <a:gd name="connsiteX1" fmla="*/ 0 w 449289"/>
              <a:gd name="connsiteY1" fmla="*/ 27507 h 136564"/>
              <a:gd name="connsiteX2" fmla="*/ 58723 w 449289"/>
              <a:gd name="connsiteY2" fmla="*/ 69452 h 136564"/>
              <a:gd name="connsiteX3" fmla="*/ 151001 w 449289"/>
              <a:gd name="connsiteY3" fmla="*/ 77841 h 136564"/>
              <a:gd name="connsiteX4" fmla="*/ 201335 w 449289"/>
              <a:gd name="connsiteY4" fmla="*/ 103008 h 136564"/>
              <a:gd name="connsiteX5" fmla="*/ 209724 w 449289"/>
              <a:gd name="connsiteY5" fmla="*/ 128175 h 136564"/>
              <a:gd name="connsiteX6" fmla="*/ 234891 w 449289"/>
              <a:gd name="connsiteY6" fmla="*/ 136564 h 136564"/>
              <a:gd name="connsiteX7" fmla="*/ 436227 w 449289"/>
              <a:gd name="connsiteY7" fmla="*/ 128175 h 136564"/>
              <a:gd name="connsiteX8" fmla="*/ 436227 w 449289"/>
              <a:gd name="connsiteY8" fmla="*/ 35896 h 136564"/>
              <a:gd name="connsiteX9" fmla="*/ 385893 w 449289"/>
              <a:gd name="connsiteY9" fmla="*/ 19118 h 136564"/>
              <a:gd name="connsiteX10" fmla="*/ 360726 w 449289"/>
              <a:gd name="connsiteY10" fmla="*/ 10729 h 136564"/>
              <a:gd name="connsiteX11" fmla="*/ 134223 w 449289"/>
              <a:gd name="connsiteY11" fmla="*/ 2340 h 136564"/>
              <a:gd name="connsiteX12" fmla="*/ 0 w 449289"/>
              <a:gd name="connsiteY12" fmla="*/ 27507 h 136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289" h="136564">
                <a:moveTo>
                  <a:pt x="0" y="27507"/>
                </a:moveTo>
                <a:lnTo>
                  <a:pt x="0" y="27507"/>
                </a:lnTo>
                <a:cubicBezTo>
                  <a:pt x="19574" y="41489"/>
                  <a:pt x="35902" y="61845"/>
                  <a:pt x="58723" y="69452"/>
                </a:cubicBezTo>
                <a:cubicBezTo>
                  <a:pt x="88024" y="79219"/>
                  <a:pt x="120425" y="73473"/>
                  <a:pt x="151001" y="77841"/>
                </a:cubicBezTo>
                <a:cubicBezTo>
                  <a:pt x="173103" y="80998"/>
                  <a:pt x="183210" y="90925"/>
                  <a:pt x="201335" y="103008"/>
                </a:cubicBezTo>
                <a:cubicBezTo>
                  <a:pt x="204131" y="111397"/>
                  <a:pt x="203471" y="121922"/>
                  <a:pt x="209724" y="128175"/>
                </a:cubicBezTo>
                <a:cubicBezTo>
                  <a:pt x="215977" y="134428"/>
                  <a:pt x="226048" y="136564"/>
                  <a:pt x="234891" y="136564"/>
                </a:cubicBezTo>
                <a:cubicBezTo>
                  <a:pt x="302061" y="136564"/>
                  <a:pt x="369115" y="130971"/>
                  <a:pt x="436227" y="128175"/>
                </a:cubicBezTo>
                <a:cubicBezTo>
                  <a:pt x="446224" y="98183"/>
                  <a:pt x="459789" y="69555"/>
                  <a:pt x="436227" y="35896"/>
                </a:cubicBezTo>
                <a:cubicBezTo>
                  <a:pt x="426085" y="21407"/>
                  <a:pt x="402671" y="24711"/>
                  <a:pt x="385893" y="19118"/>
                </a:cubicBezTo>
                <a:cubicBezTo>
                  <a:pt x="377504" y="16322"/>
                  <a:pt x="369563" y="11056"/>
                  <a:pt x="360726" y="10729"/>
                </a:cubicBezTo>
                <a:lnTo>
                  <a:pt x="134223" y="2340"/>
                </a:lnTo>
                <a:cubicBezTo>
                  <a:pt x="56123" y="-8817"/>
                  <a:pt x="22370" y="23313"/>
                  <a:pt x="0" y="27507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6797163" y="-1326485"/>
            <a:ext cx="173522" cy="140857"/>
          </a:xfrm>
          <a:custGeom>
            <a:avLst/>
            <a:gdLst>
              <a:gd name="connsiteX0" fmla="*/ 65779 w 173522"/>
              <a:gd name="connsiteY0" fmla="*/ 17929 h 140857"/>
              <a:gd name="connsiteX1" fmla="*/ 65779 w 173522"/>
              <a:gd name="connsiteY1" fmla="*/ 17929 h 140857"/>
              <a:gd name="connsiteX2" fmla="*/ 29920 w 173522"/>
              <a:gd name="connsiteY2" fmla="*/ 53788 h 140857"/>
              <a:gd name="connsiteX3" fmla="*/ 15577 w 173522"/>
              <a:gd name="connsiteY3" fmla="*/ 75303 h 140857"/>
              <a:gd name="connsiteX4" fmla="*/ 4819 w 173522"/>
              <a:gd name="connsiteY4" fmla="*/ 96819 h 140857"/>
              <a:gd name="connsiteX5" fmla="*/ 4819 w 173522"/>
              <a:gd name="connsiteY5" fmla="*/ 139849 h 140857"/>
              <a:gd name="connsiteX6" fmla="*/ 15577 w 173522"/>
              <a:gd name="connsiteY6" fmla="*/ 136263 h 140857"/>
              <a:gd name="connsiteX7" fmla="*/ 37092 w 173522"/>
              <a:gd name="connsiteY7" fmla="*/ 114748 h 140857"/>
              <a:gd name="connsiteX8" fmla="*/ 55021 w 173522"/>
              <a:gd name="connsiteY8" fmla="*/ 93233 h 140857"/>
              <a:gd name="connsiteX9" fmla="*/ 65779 w 173522"/>
              <a:gd name="connsiteY9" fmla="*/ 60960 h 140857"/>
              <a:gd name="connsiteX10" fmla="*/ 76537 w 173522"/>
              <a:gd name="connsiteY10" fmla="*/ 53788 h 140857"/>
              <a:gd name="connsiteX11" fmla="*/ 80123 w 173522"/>
              <a:gd name="connsiteY11" fmla="*/ 43030 h 140857"/>
              <a:gd name="connsiteX12" fmla="*/ 87294 w 173522"/>
              <a:gd name="connsiteY12" fmla="*/ 32273 h 140857"/>
              <a:gd name="connsiteX13" fmla="*/ 94466 w 173522"/>
              <a:gd name="connsiteY13" fmla="*/ 10757 h 140857"/>
              <a:gd name="connsiteX14" fmla="*/ 98052 w 173522"/>
              <a:gd name="connsiteY14" fmla="*/ 0 h 140857"/>
              <a:gd name="connsiteX15" fmla="*/ 108810 w 173522"/>
              <a:gd name="connsiteY15" fmla="*/ 7172 h 140857"/>
              <a:gd name="connsiteX16" fmla="*/ 112395 w 173522"/>
              <a:gd name="connsiteY16" fmla="*/ 17929 h 140857"/>
              <a:gd name="connsiteX17" fmla="*/ 119567 w 173522"/>
              <a:gd name="connsiteY17" fmla="*/ 28687 h 140857"/>
              <a:gd name="connsiteX18" fmla="*/ 126739 w 173522"/>
              <a:gd name="connsiteY18" fmla="*/ 50202 h 140857"/>
              <a:gd name="connsiteX19" fmla="*/ 130325 w 173522"/>
              <a:gd name="connsiteY19" fmla="*/ 60960 h 140857"/>
              <a:gd name="connsiteX20" fmla="*/ 137497 w 173522"/>
              <a:gd name="connsiteY20" fmla="*/ 71717 h 140857"/>
              <a:gd name="connsiteX21" fmla="*/ 141083 w 173522"/>
              <a:gd name="connsiteY21" fmla="*/ 82475 h 140857"/>
              <a:gd name="connsiteX22" fmla="*/ 144668 w 173522"/>
              <a:gd name="connsiteY22" fmla="*/ 96819 h 140857"/>
              <a:gd name="connsiteX23" fmla="*/ 166184 w 173522"/>
              <a:gd name="connsiteY23" fmla="*/ 103990 h 140857"/>
              <a:gd name="connsiteX24" fmla="*/ 173355 w 173522"/>
              <a:gd name="connsiteY24" fmla="*/ 93233 h 140857"/>
              <a:gd name="connsiteX25" fmla="*/ 169770 w 173522"/>
              <a:gd name="connsiteY25" fmla="*/ 64546 h 140857"/>
              <a:gd name="connsiteX26" fmla="*/ 159012 w 173522"/>
              <a:gd name="connsiteY26" fmla="*/ 43030 h 140857"/>
              <a:gd name="connsiteX27" fmla="*/ 148254 w 173522"/>
              <a:gd name="connsiteY27" fmla="*/ 35859 h 140857"/>
              <a:gd name="connsiteX28" fmla="*/ 141083 w 173522"/>
              <a:gd name="connsiteY28" fmla="*/ 25101 h 140857"/>
              <a:gd name="connsiteX29" fmla="*/ 130325 w 173522"/>
              <a:gd name="connsiteY29" fmla="*/ 17929 h 140857"/>
              <a:gd name="connsiteX30" fmla="*/ 65779 w 173522"/>
              <a:gd name="connsiteY30" fmla="*/ 17929 h 14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73522" h="140857">
                <a:moveTo>
                  <a:pt x="65779" y="17929"/>
                </a:moveTo>
                <a:lnTo>
                  <a:pt x="65779" y="17929"/>
                </a:lnTo>
                <a:cubicBezTo>
                  <a:pt x="53826" y="29882"/>
                  <a:pt x="39297" y="39723"/>
                  <a:pt x="29920" y="53788"/>
                </a:cubicBezTo>
                <a:cubicBezTo>
                  <a:pt x="25139" y="60960"/>
                  <a:pt x="18303" y="67126"/>
                  <a:pt x="15577" y="75303"/>
                </a:cubicBezTo>
                <a:cubicBezTo>
                  <a:pt x="10628" y="90150"/>
                  <a:pt x="14088" y="82916"/>
                  <a:pt x="4819" y="96819"/>
                </a:cubicBezTo>
                <a:cubicBezTo>
                  <a:pt x="1229" y="111179"/>
                  <a:pt x="-3941" y="124520"/>
                  <a:pt x="4819" y="139849"/>
                </a:cubicBezTo>
                <a:cubicBezTo>
                  <a:pt x="6694" y="143131"/>
                  <a:pt x="11991" y="137458"/>
                  <a:pt x="15577" y="136263"/>
                </a:cubicBezTo>
                <a:cubicBezTo>
                  <a:pt x="22749" y="129091"/>
                  <a:pt x="31466" y="123187"/>
                  <a:pt x="37092" y="114748"/>
                </a:cubicBezTo>
                <a:cubicBezTo>
                  <a:pt x="47077" y="99771"/>
                  <a:pt x="41216" y="107038"/>
                  <a:pt x="55021" y="93233"/>
                </a:cubicBezTo>
                <a:cubicBezTo>
                  <a:pt x="57425" y="78807"/>
                  <a:pt x="55694" y="71045"/>
                  <a:pt x="65779" y="60960"/>
                </a:cubicBezTo>
                <a:cubicBezTo>
                  <a:pt x="68827" y="57913"/>
                  <a:pt x="72951" y="56179"/>
                  <a:pt x="76537" y="53788"/>
                </a:cubicBezTo>
                <a:cubicBezTo>
                  <a:pt x="77732" y="50202"/>
                  <a:pt x="78433" y="46411"/>
                  <a:pt x="80123" y="43030"/>
                </a:cubicBezTo>
                <a:cubicBezTo>
                  <a:pt x="82050" y="39176"/>
                  <a:pt x="85544" y="36211"/>
                  <a:pt x="87294" y="32273"/>
                </a:cubicBezTo>
                <a:cubicBezTo>
                  <a:pt x="90364" y="25365"/>
                  <a:pt x="92075" y="17929"/>
                  <a:pt x="94466" y="10757"/>
                </a:cubicBezTo>
                <a:lnTo>
                  <a:pt x="98052" y="0"/>
                </a:lnTo>
                <a:cubicBezTo>
                  <a:pt x="101638" y="2391"/>
                  <a:pt x="106118" y="3807"/>
                  <a:pt x="108810" y="7172"/>
                </a:cubicBezTo>
                <a:cubicBezTo>
                  <a:pt x="111171" y="10123"/>
                  <a:pt x="110705" y="14548"/>
                  <a:pt x="112395" y="17929"/>
                </a:cubicBezTo>
                <a:cubicBezTo>
                  <a:pt x="114322" y="21784"/>
                  <a:pt x="117817" y="24749"/>
                  <a:pt x="119567" y="28687"/>
                </a:cubicBezTo>
                <a:cubicBezTo>
                  <a:pt x="122637" y="35595"/>
                  <a:pt x="124348" y="43030"/>
                  <a:pt x="126739" y="50202"/>
                </a:cubicBezTo>
                <a:cubicBezTo>
                  <a:pt x="127934" y="53788"/>
                  <a:pt x="128228" y="57815"/>
                  <a:pt x="130325" y="60960"/>
                </a:cubicBezTo>
                <a:lnTo>
                  <a:pt x="137497" y="71717"/>
                </a:lnTo>
                <a:cubicBezTo>
                  <a:pt x="138692" y="75303"/>
                  <a:pt x="140045" y="78840"/>
                  <a:pt x="141083" y="82475"/>
                </a:cubicBezTo>
                <a:cubicBezTo>
                  <a:pt x="142437" y="87214"/>
                  <a:pt x="140926" y="93612"/>
                  <a:pt x="144668" y="96819"/>
                </a:cubicBezTo>
                <a:cubicBezTo>
                  <a:pt x="150408" y="101739"/>
                  <a:pt x="166184" y="103990"/>
                  <a:pt x="166184" y="103990"/>
                </a:cubicBezTo>
                <a:cubicBezTo>
                  <a:pt x="168574" y="100404"/>
                  <a:pt x="172965" y="97525"/>
                  <a:pt x="173355" y="93233"/>
                </a:cubicBezTo>
                <a:cubicBezTo>
                  <a:pt x="174228" y="83636"/>
                  <a:pt x="171494" y="74027"/>
                  <a:pt x="169770" y="64546"/>
                </a:cubicBezTo>
                <a:cubicBezTo>
                  <a:pt x="168474" y="57417"/>
                  <a:pt x="164116" y="48134"/>
                  <a:pt x="159012" y="43030"/>
                </a:cubicBezTo>
                <a:cubicBezTo>
                  <a:pt x="155965" y="39983"/>
                  <a:pt x="151840" y="38249"/>
                  <a:pt x="148254" y="35859"/>
                </a:cubicBezTo>
                <a:cubicBezTo>
                  <a:pt x="145864" y="32273"/>
                  <a:pt x="144130" y="28148"/>
                  <a:pt x="141083" y="25101"/>
                </a:cubicBezTo>
                <a:cubicBezTo>
                  <a:pt x="138036" y="22053"/>
                  <a:pt x="134263" y="19679"/>
                  <a:pt x="130325" y="17929"/>
                </a:cubicBezTo>
                <a:cubicBezTo>
                  <a:pt x="100581" y="4709"/>
                  <a:pt x="76537" y="17929"/>
                  <a:pt x="65779" y="17929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7"/>
          <p:cNvSpPr/>
          <p:nvPr/>
        </p:nvSpPr>
        <p:spPr>
          <a:xfrm>
            <a:off x="8927110" y="-181596"/>
            <a:ext cx="1540364" cy="2558913"/>
          </a:xfrm>
          <a:custGeom>
            <a:avLst/>
            <a:gdLst>
              <a:gd name="connsiteX0" fmla="*/ 985422 w 1516892"/>
              <a:gd name="connsiteY0" fmla="*/ 329480 h 2282720"/>
              <a:gd name="connsiteX1" fmla="*/ 985422 w 1516892"/>
              <a:gd name="connsiteY1" fmla="*/ 329480 h 2282720"/>
              <a:gd name="connsiteX2" fmla="*/ 923278 w 1516892"/>
              <a:gd name="connsiteY2" fmla="*/ 285091 h 2282720"/>
              <a:gd name="connsiteX3" fmla="*/ 905523 w 1516892"/>
              <a:gd name="connsiteY3" fmla="*/ 258458 h 2282720"/>
              <a:gd name="connsiteX4" fmla="*/ 852257 w 1516892"/>
              <a:gd name="connsiteY4" fmla="*/ 231825 h 2282720"/>
              <a:gd name="connsiteX5" fmla="*/ 843379 w 1516892"/>
              <a:gd name="connsiteY5" fmla="*/ 116416 h 2282720"/>
              <a:gd name="connsiteX6" fmla="*/ 870012 w 1516892"/>
              <a:gd name="connsiteY6" fmla="*/ 107538 h 2282720"/>
              <a:gd name="connsiteX7" fmla="*/ 932156 w 1516892"/>
              <a:gd name="connsiteY7" fmla="*/ 116416 h 2282720"/>
              <a:gd name="connsiteX8" fmla="*/ 985422 w 1516892"/>
              <a:gd name="connsiteY8" fmla="*/ 125293 h 2282720"/>
              <a:gd name="connsiteX9" fmla="*/ 1038688 w 1516892"/>
              <a:gd name="connsiteY9" fmla="*/ 143049 h 2282720"/>
              <a:gd name="connsiteX10" fmla="*/ 1091954 w 1516892"/>
              <a:gd name="connsiteY10" fmla="*/ 169682 h 2282720"/>
              <a:gd name="connsiteX11" fmla="*/ 1127464 w 1516892"/>
              <a:gd name="connsiteY11" fmla="*/ 27639 h 2282720"/>
              <a:gd name="connsiteX12" fmla="*/ 1162975 w 1516892"/>
              <a:gd name="connsiteY12" fmla="*/ 18761 h 2282720"/>
              <a:gd name="connsiteX13" fmla="*/ 1189608 w 1516892"/>
              <a:gd name="connsiteY13" fmla="*/ 1006 h 2282720"/>
              <a:gd name="connsiteX14" fmla="*/ 1242874 w 1516892"/>
              <a:gd name="connsiteY14" fmla="*/ 107538 h 2282720"/>
              <a:gd name="connsiteX15" fmla="*/ 1269507 w 1516892"/>
              <a:gd name="connsiteY15" fmla="*/ 89783 h 2282720"/>
              <a:gd name="connsiteX16" fmla="*/ 1287262 w 1516892"/>
              <a:gd name="connsiteY16" fmla="*/ 72027 h 2282720"/>
              <a:gd name="connsiteX17" fmla="*/ 1313895 w 1516892"/>
              <a:gd name="connsiteY17" fmla="*/ 63150 h 2282720"/>
              <a:gd name="connsiteX18" fmla="*/ 1438183 w 1516892"/>
              <a:gd name="connsiteY18" fmla="*/ 72027 h 2282720"/>
              <a:gd name="connsiteX19" fmla="*/ 1429305 w 1516892"/>
              <a:gd name="connsiteY19" fmla="*/ 178559 h 2282720"/>
              <a:gd name="connsiteX20" fmla="*/ 1420428 w 1516892"/>
              <a:gd name="connsiteY20" fmla="*/ 205192 h 2282720"/>
              <a:gd name="connsiteX21" fmla="*/ 1393795 w 1516892"/>
              <a:gd name="connsiteY21" fmla="*/ 214070 h 2282720"/>
              <a:gd name="connsiteX22" fmla="*/ 1376039 w 1516892"/>
              <a:gd name="connsiteY22" fmla="*/ 231825 h 2282720"/>
              <a:gd name="connsiteX23" fmla="*/ 1367162 w 1516892"/>
              <a:gd name="connsiteY23" fmla="*/ 258458 h 2282720"/>
              <a:gd name="connsiteX24" fmla="*/ 1376039 w 1516892"/>
              <a:gd name="connsiteY24" fmla="*/ 409379 h 2282720"/>
              <a:gd name="connsiteX25" fmla="*/ 1411550 w 1516892"/>
              <a:gd name="connsiteY25" fmla="*/ 489278 h 2282720"/>
              <a:gd name="connsiteX26" fmla="*/ 1429305 w 1516892"/>
              <a:gd name="connsiteY26" fmla="*/ 799996 h 2282720"/>
              <a:gd name="connsiteX27" fmla="*/ 1455938 w 1516892"/>
              <a:gd name="connsiteY27" fmla="*/ 888773 h 2282720"/>
              <a:gd name="connsiteX28" fmla="*/ 1464816 w 1516892"/>
              <a:gd name="connsiteY28" fmla="*/ 915406 h 2282720"/>
              <a:gd name="connsiteX29" fmla="*/ 1473694 w 1516892"/>
              <a:gd name="connsiteY29" fmla="*/ 1057449 h 2282720"/>
              <a:gd name="connsiteX30" fmla="*/ 1482571 w 1516892"/>
              <a:gd name="connsiteY30" fmla="*/ 1092959 h 2282720"/>
              <a:gd name="connsiteX31" fmla="*/ 1500327 w 1516892"/>
              <a:gd name="connsiteY31" fmla="*/ 1146225 h 2282720"/>
              <a:gd name="connsiteX32" fmla="*/ 1500327 w 1516892"/>
              <a:gd name="connsiteY32" fmla="*/ 1616742 h 2282720"/>
              <a:gd name="connsiteX33" fmla="*/ 1482571 w 1516892"/>
              <a:gd name="connsiteY33" fmla="*/ 1643375 h 2282720"/>
              <a:gd name="connsiteX34" fmla="*/ 1464816 w 1516892"/>
              <a:gd name="connsiteY34" fmla="*/ 1696641 h 2282720"/>
              <a:gd name="connsiteX35" fmla="*/ 1455938 w 1516892"/>
              <a:gd name="connsiteY35" fmla="*/ 1723274 h 2282720"/>
              <a:gd name="connsiteX36" fmla="*/ 1402672 w 1516892"/>
              <a:gd name="connsiteY36" fmla="*/ 1776540 h 2282720"/>
              <a:gd name="connsiteX37" fmla="*/ 1367162 w 1516892"/>
              <a:gd name="connsiteY37" fmla="*/ 1829806 h 2282720"/>
              <a:gd name="connsiteX38" fmla="*/ 1313895 w 1516892"/>
              <a:gd name="connsiteY38" fmla="*/ 1891950 h 2282720"/>
              <a:gd name="connsiteX39" fmla="*/ 1305018 w 1516892"/>
              <a:gd name="connsiteY39" fmla="*/ 1927460 h 2282720"/>
              <a:gd name="connsiteX40" fmla="*/ 1260629 w 1516892"/>
              <a:gd name="connsiteY40" fmla="*/ 1971849 h 2282720"/>
              <a:gd name="connsiteX41" fmla="*/ 1251752 w 1516892"/>
              <a:gd name="connsiteY41" fmla="*/ 1998482 h 2282720"/>
              <a:gd name="connsiteX42" fmla="*/ 1233996 w 1516892"/>
              <a:gd name="connsiteY42" fmla="*/ 2016237 h 2282720"/>
              <a:gd name="connsiteX43" fmla="*/ 1216241 w 1516892"/>
              <a:gd name="connsiteY43" fmla="*/ 2042870 h 2282720"/>
              <a:gd name="connsiteX44" fmla="*/ 1189608 w 1516892"/>
              <a:gd name="connsiteY44" fmla="*/ 2069503 h 2282720"/>
              <a:gd name="connsiteX45" fmla="*/ 1154097 w 1516892"/>
              <a:gd name="connsiteY45" fmla="*/ 2113891 h 2282720"/>
              <a:gd name="connsiteX46" fmla="*/ 1100831 w 1516892"/>
              <a:gd name="connsiteY46" fmla="*/ 2131647 h 2282720"/>
              <a:gd name="connsiteX47" fmla="*/ 1074198 w 1516892"/>
              <a:gd name="connsiteY47" fmla="*/ 2149402 h 2282720"/>
              <a:gd name="connsiteX48" fmla="*/ 1038688 w 1516892"/>
              <a:gd name="connsiteY48" fmla="*/ 2158280 h 2282720"/>
              <a:gd name="connsiteX49" fmla="*/ 1012055 w 1516892"/>
              <a:gd name="connsiteY49" fmla="*/ 2167157 h 2282720"/>
              <a:gd name="connsiteX50" fmla="*/ 985422 w 1516892"/>
              <a:gd name="connsiteY50" fmla="*/ 2184913 h 2282720"/>
              <a:gd name="connsiteX51" fmla="*/ 887767 w 1516892"/>
              <a:gd name="connsiteY51" fmla="*/ 2202668 h 2282720"/>
              <a:gd name="connsiteX52" fmla="*/ 834501 w 1516892"/>
              <a:gd name="connsiteY52" fmla="*/ 2220423 h 2282720"/>
              <a:gd name="connsiteX53" fmla="*/ 807868 w 1516892"/>
              <a:gd name="connsiteY53" fmla="*/ 2229301 h 2282720"/>
              <a:gd name="connsiteX54" fmla="*/ 781235 w 1516892"/>
              <a:gd name="connsiteY54" fmla="*/ 2247056 h 2282720"/>
              <a:gd name="connsiteX55" fmla="*/ 648070 w 1516892"/>
              <a:gd name="connsiteY55" fmla="*/ 2255934 h 2282720"/>
              <a:gd name="connsiteX56" fmla="*/ 621437 w 1516892"/>
              <a:gd name="connsiteY56" fmla="*/ 2273689 h 2282720"/>
              <a:gd name="connsiteX57" fmla="*/ 408373 w 1516892"/>
              <a:gd name="connsiteY57" fmla="*/ 2273689 h 2282720"/>
              <a:gd name="connsiteX58" fmla="*/ 381740 w 1516892"/>
              <a:gd name="connsiteY58" fmla="*/ 2264812 h 2282720"/>
              <a:gd name="connsiteX59" fmla="*/ 346229 w 1516892"/>
              <a:gd name="connsiteY59" fmla="*/ 2255934 h 2282720"/>
              <a:gd name="connsiteX60" fmla="*/ 292963 w 1516892"/>
              <a:gd name="connsiteY60" fmla="*/ 2229301 h 2282720"/>
              <a:gd name="connsiteX61" fmla="*/ 230820 w 1516892"/>
              <a:gd name="connsiteY61" fmla="*/ 2220423 h 2282720"/>
              <a:gd name="connsiteX62" fmla="*/ 204187 w 1516892"/>
              <a:gd name="connsiteY62" fmla="*/ 2211546 h 2282720"/>
              <a:gd name="connsiteX63" fmla="*/ 195309 w 1516892"/>
              <a:gd name="connsiteY63" fmla="*/ 2184913 h 2282720"/>
              <a:gd name="connsiteX64" fmla="*/ 159798 w 1516892"/>
              <a:gd name="connsiteY64" fmla="*/ 2140524 h 2282720"/>
              <a:gd name="connsiteX65" fmla="*/ 142043 w 1516892"/>
              <a:gd name="connsiteY65" fmla="*/ 2113891 h 2282720"/>
              <a:gd name="connsiteX66" fmla="*/ 124288 w 1516892"/>
              <a:gd name="connsiteY66" fmla="*/ 2051748 h 2282720"/>
              <a:gd name="connsiteX67" fmla="*/ 106532 w 1516892"/>
              <a:gd name="connsiteY67" fmla="*/ 2033992 h 2282720"/>
              <a:gd name="connsiteX68" fmla="*/ 79899 w 1516892"/>
              <a:gd name="connsiteY68" fmla="*/ 1980726 h 2282720"/>
              <a:gd name="connsiteX69" fmla="*/ 62144 w 1516892"/>
              <a:gd name="connsiteY69" fmla="*/ 1918583 h 2282720"/>
              <a:gd name="connsiteX70" fmla="*/ 44389 w 1516892"/>
              <a:gd name="connsiteY70" fmla="*/ 1891950 h 2282720"/>
              <a:gd name="connsiteX71" fmla="*/ 35511 w 1516892"/>
              <a:gd name="connsiteY71" fmla="*/ 1856439 h 2282720"/>
              <a:gd name="connsiteX72" fmla="*/ 26633 w 1516892"/>
              <a:gd name="connsiteY72" fmla="*/ 1829806 h 2282720"/>
              <a:gd name="connsiteX73" fmla="*/ 0 w 1516892"/>
              <a:gd name="connsiteY73" fmla="*/ 1563476 h 2282720"/>
              <a:gd name="connsiteX74" fmla="*/ 8878 w 1516892"/>
              <a:gd name="connsiteY74" fmla="*/ 1252757 h 2282720"/>
              <a:gd name="connsiteX75" fmla="*/ 71022 w 1516892"/>
              <a:gd name="connsiteY75" fmla="*/ 1172858 h 2282720"/>
              <a:gd name="connsiteX76" fmla="*/ 97655 w 1516892"/>
              <a:gd name="connsiteY76" fmla="*/ 1155103 h 2282720"/>
              <a:gd name="connsiteX77" fmla="*/ 168676 w 1516892"/>
              <a:gd name="connsiteY77" fmla="*/ 1075204 h 2282720"/>
              <a:gd name="connsiteX78" fmla="*/ 221942 w 1516892"/>
              <a:gd name="connsiteY78" fmla="*/ 1030816 h 2282720"/>
              <a:gd name="connsiteX79" fmla="*/ 239697 w 1516892"/>
              <a:gd name="connsiteY79" fmla="*/ 1013060 h 2282720"/>
              <a:gd name="connsiteX80" fmla="*/ 275208 w 1516892"/>
              <a:gd name="connsiteY80" fmla="*/ 959794 h 2282720"/>
              <a:gd name="connsiteX81" fmla="*/ 284086 w 1516892"/>
              <a:gd name="connsiteY81" fmla="*/ 933161 h 2282720"/>
              <a:gd name="connsiteX82" fmla="*/ 337352 w 1516892"/>
              <a:gd name="connsiteY82" fmla="*/ 853262 h 2282720"/>
              <a:gd name="connsiteX83" fmla="*/ 355107 w 1516892"/>
              <a:gd name="connsiteY83" fmla="*/ 826629 h 2282720"/>
              <a:gd name="connsiteX84" fmla="*/ 408373 w 1516892"/>
              <a:gd name="connsiteY84" fmla="*/ 764485 h 2282720"/>
              <a:gd name="connsiteX85" fmla="*/ 461639 w 1516892"/>
              <a:gd name="connsiteY85" fmla="*/ 737852 h 2282720"/>
              <a:gd name="connsiteX86" fmla="*/ 488272 w 1516892"/>
              <a:gd name="connsiteY86" fmla="*/ 720097 h 2282720"/>
              <a:gd name="connsiteX87" fmla="*/ 541538 w 1516892"/>
              <a:gd name="connsiteY87" fmla="*/ 702342 h 2282720"/>
              <a:gd name="connsiteX88" fmla="*/ 568171 w 1516892"/>
              <a:gd name="connsiteY88" fmla="*/ 693464 h 2282720"/>
              <a:gd name="connsiteX89" fmla="*/ 639193 w 1516892"/>
              <a:gd name="connsiteY89" fmla="*/ 640198 h 2282720"/>
              <a:gd name="connsiteX90" fmla="*/ 692459 w 1516892"/>
              <a:gd name="connsiteY90" fmla="*/ 604687 h 2282720"/>
              <a:gd name="connsiteX91" fmla="*/ 745725 w 1516892"/>
              <a:gd name="connsiteY91" fmla="*/ 569177 h 2282720"/>
              <a:gd name="connsiteX92" fmla="*/ 763480 w 1516892"/>
              <a:gd name="connsiteY92" fmla="*/ 551421 h 2282720"/>
              <a:gd name="connsiteX93" fmla="*/ 790113 w 1516892"/>
              <a:gd name="connsiteY93" fmla="*/ 542544 h 2282720"/>
              <a:gd name="connsiteX94" fmla="*/ 825624 w 1516892"/>
              <a:gd name="connsiteY94" fmla="*/ 498155 h 2282720"/>
              <a:gd name="connsiteX95" fmla="*/ 861134 w 1516892"/>
              <a:gd name="connsiteY95" fmla="*/ 489278 h 2282720"/>
              <a:gd name="connsiteX96" fmla="*/ 878890 w 1516892"/>
              <a:gd name="connsiteY96" fmla="*/ 471522 h 2282720"/>
              <a:gd name="connsiteX97" fmla="*/ 932156 w 1516892"/>
              <a:gd name="connsiteY97" fmla="*/ 436012 h 2282720"/>
              <a:gd name="connsiteX98" fmla="*/ 967666 w 1516892"/>
              <a:gd name="connsiteY98" fmla="*/ 364990 h 2282720"/>
              <a:gd name="connsiteX99" fmla="*/ 985422 w 1516892"/>
              <a:gd name="connsiteY99" fmla="*/ 329480 h 228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516892" h="2282720">
                <a:moveTo>
                  <a:pt x="985422" y="329480"/>
                </a:moveTo>
                <a:lnTo>
                  <a:pt x="985422" y="329480"/>
                </a:lnTo>
                <a:cubicBezTo>
                  <a:pt x="964707" y="314684"/>
                  <a:pt x="942304" y="302003"/>
                  <a:pt x="923278" y="285091"/>
                </a:cubicBezTo>
                <a:cubicBezTo>
                  <a:pt x="915304" y="278002"/>
                  <a:pt x="913068" y="266003"/>
                  <a:pt x="905523" y="258458"/>
                </a:cubicBezTo>
                <a:cubicBezTo>
                  <a:pt x="888314" y="241249"/>
                  <a:pt x="873917" y="239045"/>
                  <a:pt x="852257" y="231825"/>
                </a:cubicBezTo>
                <a:cubicBezTo>
                  <a:pt x="816323" y="195893"/>
                  <a:pt x="814472" y="203136"/>
                  <a:pt x="843379" y="116416"/>
                </a:cubicBezTo>
                <a:cubicBezTo>
                  <a:pt x="846338" y="107538"/>
                  <a:pt x="861134" y="110497"/>
                  <a:pt x="870012" y="107538"/>
                </a:cubicBezTo>
                <a:cubicBezTo>
                  <a:pt x="890727" y="110497"/>
                  <a:pt x="912113" y="110403"/>
                  <a:pt x="932156" y="116416"/>
                </a:cubicBezTo>
                <a:cubicBezTo>
                  <a:pt x="986501" y="132720"/>
                  <a:pt x="931191" y="143371"/>
                  <a:pt x="985422" y="125293"/>
                </a:cubicBezTo>
                <a:cubicBezTo>
                  <a:pt x="1003177" y="131212"/>
                  <a:pt x="1023115" y="132667"/>
                  <a:pt x="1038688" y="143049"/>
                </a:cubicBezTo>
                <a:cubicBezTo>
                  <a:pt x="1073107" y="165995"/>
                  <a:pt x="1055199" y="157430"/>
                  <a:pt x="1091954" y="169682"/>
                </a:cubicBezTo>
                <a:cubicBezTo>
                  <a:pt x="1100394" y="43067"/>
                  <a:pt x="1058850" y="47244"/>
                  <a:pt x="1127464" y="27639"/>
                </a:cubicBezTo>
                <a:cubicBezTo>
                  <a:pt x="1139196" y="24287"/>
                  <a:pt x="1151138" y="21720"/>
                  <a:pt x="1162975" y="18761"/>
                </a:cubicBezTo>
                <a:cubicBezTo>
                  <a:pt x="1171853" y="12843"/>
                  <a:pt x="1179021" y="2329"/>
                  <a:pt x="1189608" y="1006"/>
                </a:cubicBezTo>
                <a:cubicBezTo>
                  <a:pt x="1263814" y="-8269"/>
                  <a:pt x="1237467" y="48066"/>
                  <a:pt x="1242874" y="107538"/>
                </a:cubicBezTo>
                <a:cubicBezTo>
                  <a:pt x="1251752" y="101620"/>
                  <a:pt x="1261176" y="96448"/>
                  <a:pt x="1269507" y="89783"/>
                </a:cubicBezTo>
                <a:cubicBezTo>
                  <a:pt x="1276043" y="84554"/>
                  <a:pt x="1280085" y="76333"/>
                  <a:pt x="1287262" y="72027"/>
                </a:cubicBezTo>
                <a:cubicBezTo>
                  <a:pt x="1295286" y="67212"/>
                  <a:pt x="1305017" y="66109"/>
                  <a:pt x="1313895" y="63150"/>
                </a:cubicBezTo>
                <a:cubicBezTo>
                  <a:pt x="1355324" y="66109"/>
                  <a:pt x="1408813" y="42658"/>
                  <a:pt x="1438183" y="72027"/>
                </a:cubicBezTo>
                <a:cubicBezTo>
                  <a:pt x="1463380" y="97224"/>
                  <a:pt x="1434014" y="143238"/>
                  <a:pt x="1429305" y="178559"/>
                </a:cubicBezTo>
                <a:cubicBezTo>
                  <a:pt x="1428068" y="187835"/>
                  <a:pt x="1427045" y="198575"/>
                  <a:pt x="1420428" y="205192"/>
                </a:cubicBezTo>
                <a:cubicBezTo>
                  <a:pt x="1413811" y="211809"/>
                  <a:pt x="1402673" y="211111"/>
                  <a:pt x="1393795" y="214070"/>
                </a:cubicBezTo>
                <a:cubicBezTo>
                  <a:pt x="1387876" y="219988"/>
                  <a:pt x="1380345" y="224648"/>
                  <a:pt x="1376039" y="231825"/>
                </a:cubicBezTo>
                <a:cubicBezTo>
                  <a:pt x="1371224" y="239849"/>
                  <a:pt x="1367162" y="249100"/>
                  <a:pt x="1367162" y="258458"/>
                </a:cubicBezTo>
                <a:cubicBezTo>
                  <a:pt x="1367162" y="308852"/>
                  <a:pt x="1369521" y="359408"/>
                  <a:pt x="1376039" y="409379"/>
                </a:cubicBezTo>
                <a:cubicBezTo>
                  <a:pt x="1381178" y="448780"/>
                  <a:pt x="1392530" y="460747"/>
                  <a:pt x="1411550" y="489278"/>
                </a:cubicBezTo>
                <a:cubicBezTo>
                  <a:pt x="1415311" y="590825"/>
                  <a:pt x="1412302" y="697976"/>
                  <a:pt x="1429305" y="799996"/>
                </a:cubicBezTo>
                <a:cubicBezTo>
                  <a:pt x="1433777" y="826826"/>
                  <a:pt x="1448047" y="865099"/>
                  <a:pt x="1455938" y="888773"/>
                </a:cubicBezTo>
                <a:lnTo>
                  <a:pt x="1464816" y="915406"/>
                </a:lnTo>
                <a:cubicBezTo>
                  <a:pt x="1467775" y="962754"/>
                  <a:pt x="1468974" y="1010244"/>
                  <a:pt x="1473694" y="1057449"/>
                </a:cubicBezTo>
                <a:cubicBezTo>
                  <a:pt x="1474908" y="1069589"/>
                  <a:pt x="1479065" y="1081273"/>
                  <a:pt x="1482571" y="1092959"/>
                </a:cubicBezTo>
                <a:cubicBezTo>
                  <a:pt x="1487949" y="1110886"/>
                  <a:pt x="1500327" y="1146225"/>
                  <a:pt x="1500327" y="1146225"/>
                </a:cubicBezTo>
                <a:cubicBezTo>
                  <a:pt x="1523688" y="1333126"/>
                  <a:pt x="1521102" y="1284345"/>
                  <a:pt x="1500327" y="1616742"/>
                </a:cubicBezTo>
                <a:cubicBezTo>
                  <a:pt x="1499661" y="1627391"/>
                  <a:pt x="1488490" y="1634497"/>
                  <a:pt x="1482571" y="1643375"/>
                </a:cubicBezTo>
                <a:lnTo>
                  <a:pt x="1464816" y="1696641"/>
                </a:lnTo>
                <a:cubicBezTo>
                  <a:pt x="1461857" y="1705519"/>
                  <a:pt x="1462555" y="1716657"/>
                  <a:pt x="1455938" y="1723274"/>
                </a:cubicBezTo>
                <a:cubicBezTo>
                  <a:pt x="1438183" y="1741029"/>
                  <a:pt x="1416600" y="1755647"/>
                  <a:pt x="1402672" y="1776540"/>
                </a:cubicBezTo>
                <a:cubicBezTo>
                  <a:pt x="1390835" y="1794295"/>
                  <a:pt x="1382251" y="1814717"/>
                  <a:pt x="1367162" y="1829806"/>
                </a:cubicBezTo>
                <a:cubicBezTo>
                  <a:pt x="1330065" y="1866901"/>
                  <a:pt x="1348061" y="1846395"/>
                  <a:pt x="1313895" y="1891950"/>
                </a:cubicBezTo>
                <a:cubicBezTo>
                  <a:pt x="1310936" y="1903787"/>
                  <a:pt x="1311786" y="1917308"/>
                  <a:pt x="1305018" y="1927460"/>
                </a:cubicBezTo>
                <a:cubicBezTo>
                  <a:pt x="1293411" y="1944871"/>
                  <a:pt x="1260629" y="1971849"/>
                  <a:pt x="1260629" y="1971849"/>
                </a:cubicBezTo>
                <a:cubicBezTo>
                  <a:pt x="1257670" y="1980727"/>
                  <a:pt x="1256567" y="1990458"/>
                  <a:pt x="1251752" y="1998482"/>
                </a:cubicBezTo>
                <a:cubicBezTo>
                  <a:pt x="1247446" y="2005659"/>
                  <a:pt x="1239225" y="2009701"/>
                  <a:pt x="1233996" y="2016237"/>
                </a:cubicBezTo>
                <a:cubicBezTo>
                  <a:pt x="1227331" y="2024568"/>
                  <a:pt x="1223071" y="2034673"/>
                  <a:pt x="1216241" y="2042870"/>
                </a:cubicBezTo>
                <a:cubicBezTo>
                  <a:pt x="1208204" y="2052515"/>
                  <a:pt x="1197645" y="2059858"/>
                  <a:pt x="1189608" y="2069503"/>
                </a:cubicBezTo>
                <a:cubicBezTo>
                  <a:pt x="1180645" y="2080259"/>
                  <a:pt x="1168859" y="2106510"/>
                  <a:pt x="1154097" y="2113891"/>
                </a:cubicBezTo>
                <a:cubicBezTo>
                  <a:pt x="1137357" y="2122261"/>
                  <a:pt x="1116404" y="2121265"/>
                  <a:pt x="1100831" y="2131647"/>
                </a:cubicBezTo>
                <a:cubicBezTo>
                  <a:pt x="1091953" y="2137565"/>
                  <a:pt x="1084005" y="2145199"/>
                  <a:pt x="1074198" y="2149402"/>
                </a:cubicBezTo>
                <a:cubicBezTo>
                  <a:pt x="1062984" y="2154208"/>
                  <a:pt x="1050420" y="2154928"/>
                  <a:pt x="1038688" y="2158280"/>
                </a:cubicBezTo>
                <a:cubicBezTo>
                  <a:pt x="1029690" y="2160851"/>
                  <a:pt x="1020933" y="2164198"/>
                  <a:pt x="1012055" y="2167157"/>
                </a:cubicBezTo>
                <a:cubicBezTo>
                  <a:pt x="1003177" y="2173076"/>
                  <a:pt x="994965" y="2180141"/>
                  <a:pt x="985422" y="2184913"/>
                </a:cubicBezTo>
                <a:cubicBezTo>
                  <a:pt x="958055" y="2198597"/>
                  <a:pt x="912239" y="2199609"/>
                  <a:pt x="887767" y="2202668"/>
                </a:cubicBezTo>
                <a:lnTo>
                  <a:pt x="834501" y="2220423"/>
                </a:lnTo>
                <a:cubicBezTo>
                  <a:pt x="825623" y="2223382"/>
                  <a:pt x="815654" y="2224110"/>
                  <a:pt x="807868" y="2229301"/>
                </a:cubicBezTo>
                <a:cubicBezTo>
                  <a:pt x="798990" y="2235219"/>
                  <a:pt x="791759" y="2245302"/>
                  <a:pt x="781235" y="2247056"/>
                </a:cubicBezTo>
                <a:cubicBezTo>
                  <a:pt x="737353" y="2254370"/>
                  <a:pt x="692458" y="2252975"/>
                  <a:pt x="648070" y="2255934"/>
                </a:cubicBezTo>
                <a:cubicBezTo>
                  <a:pt x="639192" y="2261852"/>
                  <a:pt x="631870" y="2271453"/>
                  <a:pt x="621437" y="2273689"/>
                </a:cubicBezTo>
                <a:cubicBezTo>
                  <a:pt x="543008" y="2290495"/>
                  <a:pt x="488319" y="2279839"/>
                  <a:pt x="408373" y="2273689"/>
                </a:cubicBezTo>
                <a:cubicBezTo>
                  <a:pt x="399495" y="2270730"/>
                  <a:pt x="390738" y="2267383"/>
                  <a:pt x="381740" y="2264812"/>
                </a:cubicBezTo>
                <a:cubicBezTo>
                  <a:pt x="370008" y="2261460"/>
                  <a:pt x="357444" y="2260740"/>
                  <a:pt x="346229" y="2255934"/>
                </a:cubicBezTo>
                <a:cubicBezTo>
                  <a:pt x="300403" y="2236295"/>
                  <a:pt x="339722" y="2238653"/>
                  <a:pt x="292963" y="2229301"/>
                </a:cubicBezTo>
                <a:cubicBezTo>
                  <a:pt x="272445" y="2225197"/>
                  <a:pt x="251534" y="2223382"/>
                  <a:pt x="230820" y="2220423"/>
                </a:cubicBezTo>
                <a:cubicBezTo>
                  <a:pt x="221942" y="2217464"/>
                  <a:pt x="210804" y="2218163"/>
                  <a:pt x="204187" y="2211546"/>
                </a:cubicBezTo>
                <a:cubicBezTo>
                  <a:pt x="197570" y="2204929"/>
                  <a:pt x="199494" y="2193283"/>
                  <a:pt x="195309" y="2184913"/>
                </a:cubicBezTo>
                <a:cubicBezTo>
                  <a:pt x="177092" y="2148478"/>
                  <a:pt x="181819" y="2168050"/>
                  <a:pt x="159798" y="2140524"/>
                </a:cubicBezTo>
                <a:cubicBezTo>
                  <a:pt x="153133" y="2132192"/>
                  <a:pt x="147961" y="2122769"/>
                  <a:pt x="142043" y="2113891"/>
                </a:cubicBezTo>
                <a:cubicBezTo>
                  <a:pt x="140386" y="2107263"/>
                  <a:pt x="129744" y="2060841"/>
                  <a:pt x="124288" y="2051748"/>
                </a:cubicBezTo>
                <a:cubicBezTo>
                  <a:pt x="119982" y="2044571"/>
                  <a:pt x="112451" y="2039911"/>
                  <a:pt x="106532" y="2033992"/>
                </a:cubicBezTo>
                <a:cubicBezTo>
                  <a:pt x="84220" y="1967050"/>
                  <a:pt x="114318" y="2049564"/>
                  <a:pt x="79899" y="1980726"/>
                </a:cubicBezTo>
                <a:cubicBezTo>
                  <a:pt x="62633" y="1946193"/>
                  <a:pt x="79200" y="1958380"/>
                  <a:pt x="62144" y="1918583"/>
                </a:cubicBezTo>
                <a:cubicBezTo>
                  <a:pt x="57941" y="1908776"/>
                  <a:pt x="50307" y="1900828"/>
                  <a:pt x="44389" y="1891950"/>
                </a:cubicBezTo>
                <a:cubicBezTo>
                  <a:pt x="41430" y="1880113"/>
                  <a:pt x="38863" y="1868171"/>
                  <a:pt x="35511" y="1856439"/>
                </a:cubicBezTo>
                <a:cubicBezTo>
                  <a:pt x="32940" y="1847441"/>
                  <a:pt x="27235" y="1839145"/>
                  <a:pt x="26633" y="1829806"/>
                </a:cubicBezTo>
                <a:cubicBezTo>
                  <a:pt x="9546" y="1564956"/>
                  <a:pt x="77183" y="1640655"/>
                  <a:pt x="0" y="1563476"/>
                </a:cubicBezTo>
                <a:cubicBezTo>
                  <a:pt x="2959" y="1459903"/>
                  <a:pt x="3432" y="1356229"/>
                  <a:pt x="8878" y="1252757"/>
                </a:cubicBezTo>
                <a:cubicBezTo>
                  <a:pt x="10613" y="1219798"/>
                  <a:pt x="51613" y="1185797"/>
                  <a:pt x="71022" y="1172858"/>
                </a:cubicBezTo>
                <a:cubicBezTo>
                  <a:pt x="79900" y="1166940"/>
                  <a:pt x="89680" y="1162191"/>
                  <a:pt x="97655" y="1155103"/>
                </a:cubicBezTo>
                <a:cubicBezTo>
                  <a:pt x="208650" y="1056441"/>
                  <a:pt x="115669" y="1138813"/>
                  <a:pt x="168676" y="1075204"/>
                </a:cubicBezTo>
                <a:cubicBezTo>
                  <a:pt x="200311" y="1037242"/>
                  <a:pt x="187024" y="1058751"/>
                  <a:pt x="221942" y="1030816"/>
                </a:cubicBezTo>
                <a:cubicBezTo>
                  <a:pt x="228478" y="1025587"/>
                  <a:pt x="233779" y="1018979"/>
                  <a:pt x="239697" y="1013060"/>
                </a:cubicBezTo>
                <a:cubicBezTo>
                  <a:pt x="260807" y="949733"/>
                  <a:pt x="230874" y="1026294"/>
                  <a:pt x="275208" y="959794"/>
                </a:cubicBezTo>
                <a:cubicBezTo>
                  <a:pt x="280399" y="952008"/>
                  <a:pt x="279541" y="941341"/>
                  <a:pt x="284086" y="933161"/>
                </a:cubicBezTo>
                <a:cubicBezTo>
                  <a:pt x="284100" y="933136"/>
                  <a:pt x="328466" y="866590"/>
                  <a:pt x="337352" y="853262"/>
                </a:cubicBezTo>
                <a:lnTo>
                  <a:pt x="355107" y="826629"/>
                </a:lnTo>
                <a:cubicBezTo>
                  <a:pt x="371171" y="802533"/>
                  <a:pt x="382539" y="781707"/>
                  <a:pt x="408373" y="764485"/>
                </a:cubicBezTo>
                <a:cubicBezTo>
                  <a:pt x="484699" y="713602"/>
                  <a:pt x="388129" y="774607"/>
                  <a:pt x="461639" y="737852"/>
                </a:cubicBezTo>
                <a:cubicBezTo>
                  <a:pt x="471182" y="733080"/>
                  <a:pt x="478522" y="724430"/>
                  <a:pt x="488272" y="720097"/>
                </a:cubicBezTo>
                <a:cubicBezTo>
                  <a:pt x="505375" y="712496"/>
                  <a:pt x="523783" y="708260"/>
                  <a:pt x="541538" y="702342"/>
                </a:cubicBezTo>
                <a:lnTo>
                  <a:pt x="568171" y="693464"/>
                </a:lnTo>
                <a:cubicBezTo>
                  <a:pt x="613040" y="648595"/>
                  <a:pt x="588709" y="665439"/>
                  <a:pt x="639193" y="640198"/>
                </a:cubicBezTo>
                <a:cubicBezTo>
                  <a:pt x="698297" y="581094"/>
                  <a:pt x="634645" y="636806"/>
                  <a:pt x="692459" y="604687"/>
                </a:cubicBezTo>
                <a:cubicBezTo>
                  <a:pt x="711113" y="594324"/>
                  <a:pt x="727970" y="581014"/>
                  <a:pt x="745725" y="569177"/>
                </a:cubicBezTo>
                <a:cubicBezTo>
                  <a:pt x="752689" y="564534"/>
                  <a:pt x="756303" y="555727"/>
                  <a:pt x="763480" y="551421"/>
                </a:cubicBezTo>
                <a:cubicBezTo>
                  <a:pt x="771504" y="546606"/>
                  <a:pt x="781235" y="545503"/>
                  <a:pt x="790113" y="542544"/>
                </a:cubicBezTo>
                <a:cubicBezTo>
                  <a:pt x="796386" y="533134"/>
                  <a:pt x="812973" y="504480"/>
                  <a:pt x="825624" y="498155"/>
                </a:cubicBezTo>
                <a:cubicBezTo>
                  <a:pt x="836537" y="492699"/>
                  <a:pt x="849297" y="492237"/>
                  <a:pt x="861134" y="489278"/>
                </a:cubicBezTo>
                <a:cubicBezTo>
                  <a:pt x="867053" y="483359"/>
                  <a:pt x="872194" y="476544"/>
                  <a:pt x="878890" y="471522"/>
                </a:cubicBezTo>
                <a:cubicBezTo>
                  <a:pt x="895961" y="458719"/>
                  <a:pt x="932156" y="436012"/>
                  <a:pt x="932156" y="436012"/>
                </a:cubicBezTo>
                <a:cubicBezTo>
                  <a:pt x="952558" y="374805"/>
                  <a:pt x="936677" y="395980"/>
                  <a:pt x="967666" y="364990"/>
                </a:cubicBezTo>
                <a:lnTo>
                  <a:pt x="985422" y="32948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272" y="190412"/>
            <a:ext cx="499915" cy="1585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50448" b="84780"/>
          <a:stretch/>
        </p:blipFill>
        <p:spPr>
          <a:xfrm flipH="1">
            <a:off x="12845730" y="-598248"/>
            <a:ext cx="770340" cy="39156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t="14610"/>
          <a:stretch/>
        </p:blipFill>
        <p:spPr>
          <a:xfrm>
            <a:off x="12887028" y="-257585"/>
            <a:ext cx="1554615" cy="219684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942" y="-257585"/>
            <a:ext cx="499915" cy="1585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847" y="-181596"/>
            <a:ext cx="1597290" cy="255891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4002" y="2718487"/>
            <a:ext cx="3651380" cy="3651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90613" y="-1095956"/>
            <a:ext cx="1554615" cy="257273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2217" y="-1989659"/>
            <a:ext cx="1463167" cy="257273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606" y="3264720"/>
            <a:ext cx="1597290" cy="255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6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1821" cy="36518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821" y="0"/>
            <a:ext cx="3651821" cy="36518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642" y="0"/>
            <a:ext cx="3651821" cy="36518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25114"/>
            <a:ext cx="10955462" cy="36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09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6456" y="511726"/>
            <a:ext cx="5444455" cy="544445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11459361" y="-3141677"/>
            <a:ext cx="2843868" cy="489917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11569816" y="-3056389"/>
            <a:ext cx="2626358" cy="4524463"/>
          </a:xfrm>
          <a:prstGeom prst="roundRect">
            <a:avLst>
              <a:gd name="adj" fmla="val 1826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426" y="780102"/>
            <a:ext cx="2853175" cy="4907705"/>
          </a:xfrm>
          <a:prstGeom prst="rect">
            <a:avLst/>
          </a:prstGeom>
        </p:spPr>
      </p:pic>
      <p:sp>
        <p:nvSpPr>
          <p:cNvPr id="9" name="Heart 8"/>
          <p:cNvSpPr/>
          <p:nvPr/>
        </p:nvSpPr>
        <p:spPr>
          <a:xfrm>
            <a:off x="1153026" y="-3056389"/>
            <a:ext cx="914400" cy="914400"/>
          </a:xfrm>
          <a:prstGeom prst="hear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Callout 10"/>
          <p:cNvSpPr/>
          <p:nvPr/>
        </p:nvSpPr>
        <p:spPr>
          <a:xfrm>
            <a:off x="1153026" y="-1903931"/>
            <a:ext cx="914400" cy="612648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77596" l="0" r="100000">
                        <a14:foregroundMark x1="9740" y1="47541" x2="19481" y2="42623"/>
                        <a14:foregroundMark x1="7143" y1="50820" x2="1299" y2="57923"/>
                        <a14:backgroundMark x1="7792" y1="57377" x2="8442" y2="56831"/>
                        <a14:backgroundMark x1="9091" y1="59563" x2="13636" y2="55738"/>
                        <a14:backgroundMark x1="5844" y1="55738" x2="12987" y2="59563"/>
                        <a14:backgroundMark x1="14286" y1="60109" x2="14286" y2="62842"/>
                        <a14:backgroundMark x1="13636" y1="60109" x2="29221" y2="68852"/>
                        <a14:backgroundMark x1="7143" y1="57923" x2="7792" y2="54645"/>
                        <a14:backgroundMark x1="5195" y1="56831" x2="6494" y2="53552"/>
                      </a14:backgroundRemoval>
                    </a14:imgEffect>
                  </a14:imgLayer>
                </a14:imgProps>
              </a:ext>
            </a:extLst>
          </a:blip>
          <a:srcRect b="38770"/>
          <a:stretch/>
        </p:blipFill>
        <p:spPr>
          <a:xfrm>
            <a:off x="1153026" y="-1053225"/>
            <a:ext cx="914400" cy="68311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1996" y="151350"/>
            <a:ext cx="227862" cy="651034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3971088" y="-6031929"/>
            <a:ext cx="1585435" cy="15942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>
            <a:stCxn id="37" idx="4"/>
          </p:cNvCxnSpPr>
          <p:nvPr/>
        </p:nvCxnSpPr>
        <p:spPr>
          <a:xfrm flipH="1">
            <a:off x="4757579" y="-4437665"/>
            <a:ext cx="6227" cy="1458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4462015" y="-4434038"/>
            <a:ext cx="782467" cy="433428"/>
          </a:xfrm>
          <a:custGeom>
            <a:avLst/>
            <a:gdLst>
              <a:gd name="connsiteX0" fmla="*/ 309418 w 782467"/>
              <a:gd name="connsiteY0" fmla="*/ 0 h 433428"/>
              <a:gd name="connsiteX1" fmla="*/ 775855 w 782467"/>
              <a:gd name="connsiteY1" fmla="*/ 429491 h 433428"/>
              <a:gd name="connsiteX2" fmla="*/ 0 w 782467"/>
              <a:gd name="connsiteY2" fmla="*/ 212436 h 43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2467" h="433428">
                <a:moveTo>
                  <a:pt x="309418" y="0"/>
                </a:moveTo>
                <a:cubicBezTo>
                  <a:pt x="568421" y="197042"/>
                  <a:pt x="827425" y="394085"/>
                  <a:pt x="775855" y="429491"/>
                </a:cubicBezTo>
                <a:cubicBezTo>
                  <a:pt x="724285" y="464897"/>
                  <a:pt x="129309" y="250921"/>
                  <a:pt x="0" y="21243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eform 40"/>
          <p:cNvSpPr/>
          <p:nvPr/>
        </p:nvSpPr>
        <p:spPr>
          <a:xfrm flipH="1">
            <a:off x="4304997" y="-4437665"/>
            <a:ext cx="782467" cy="433428"/>
          </a:xfrm>
          <a:custGeom>
            <a:avLst/>
            <a:gdLst>
              <a:gd name="connsiteX0" fmla="*/ 309418 w 782467"/>
              <a:gd name="connsiteY0" fmla="*/ 0 h 433428"/>
              <a:gd name="connsiteX1" fmla="*/ 775855 w 782467"/>
              <a:gd name="connsiteY1" fmla="*/ 429491 h 433428"/>
              <a:gd name="connsiteX2" fmla="*/ 0 w 782467"/>
              <a:gd name="connsiteY2" fmla="*/ 212436 h 43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2467" h="433428">
                <a:moveTo>
                  <a:pt x="309418" y="0"/>
                </a:moveTo>
                <a:cubicBezTo>
                  <a:pt x="568421" y="197042"/>
                  <a:pt x="827425" y="394085"/>
                  <a:pt x="775855" y="429491"/>
                </a:cubicBezTo>
                <a:cubicBezTo>
                  <a:pt x="724285" y="464897"/>
                  <a:pt x="129309" y="250921"/>
                  <a:pt x="0" y="21243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/>
          <p:cNvSpPr/>
          <p:nvPr/>
        </p:nvSpPr>
        <p:spPr>
          <a:xfrm>
            <a:off x="9330823" y="-5733559"/>
            <a:ext cx="1585435" cy="15942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/>
          <p:cNvCxnSpPr>
            <a:stCxn id="43" idx="4"/>
          </p:cNvCxnSpPr>
          <p:nvPr/>
        </p:nvCxnSpPr>
        <p:spPr>
          <a:xfrm flipH="1">
            <a:off x="10117314" y="-4139295"/>
            <a:ext cx="6227" cy="1458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0115933" y="-4130034"/>
            <a:ext cx="700764" cy="863125"/>
          </a:xfrm>
          <a:custGeom>
            <a:avLst/>
            <a:gdLst>
              <a:gd name="connsiteX0" fmla="*/ 0 w 700764"/>
              <a:gd name="connsiteY0" fmla="*/ 0 h 863125"/>
              <a:gd name="connsiteX1" fmla="*/ 700755 w 700764"/>
              <a:gd name="connsiteY1" fmla="*/ 358923 h 863125"/>
              <a:gd name="connsiteX2" fmla="*/ 17092 w 700764"/>
              <a:gd name="connsiteY2" fmla="*/ 863125 h 86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64" h="863125">
                <a:moveTo>
                  <a:pt x="0" y="0"/>
                </a:moveTo>
                <a:cubicBezTo>
                  <a:pt x="348953" y="107534"/>
                  <a:pt x="697906" y="215069"/>
                  <a:pt x="700755" y="358923"/>
                </a:cubicBezTo>
                <a:cubicBezTo>
                  <a:pt x="703604" y="502777"/>
                  <a:pt x="73352" y="813275"/>
                  <a:pt x="17092" y="86312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 47"/>
          <p:cNvSpPr/>
          <p:nvPr/>
        </p:nvSpPr>
        <p:spPr>
          <a:xfrm flipH="1">
            <a:off x="9434188" y="-4130034"/>
            <a:ext cx="689352" cy="863125"/>
          </a:xfrm>
          <a:custGeom>
            <a:avLst/>
            <a:gdLst>
              <a:gd name="connsiteX0" fmla="*/ 0 w 700764"/>
              <a:gd name="connsiteY0" fmla="*/ 0 h 863125"/>
              <a:gd name="connsiteX1" fmla="*/ 700755 w 700764"/>
              <a:gd name="connsiteY1" fmla="*/ 358923 h 863125"/>
              <a:gd name="connsiteX2" fmla="*/ 17092 w 700764"/>
              <a:gd name="connsiteY2" fmla="*/ 863125 h 86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64" h="863125">
                <a:moveTo>
                  <a:pt x="0" y="0"/>
                </a:moveTo>
                <a:cubicBezTo>
                  <a:pt x="348953" y="107534"/>
                  <a:pt x="697906" y="215069"/>
                  <a:pt x="700755" y="358923"/>
                </a:cubicBezTo>
                <a:cubicBezTo>
                  <a:pt x="703604" y="502777"/>
                  <a:pt x="73352" y="813275"/>
                  <a:pt x="17092" y="86312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/>
          <p:cNvSpPr/>
          <p:nvPr/>
        </p:nvSpPr>
        <p:spPr>
          <a:xfrm>
            <a:off x="15793027" y="1112982"/>
            <a:ext cx="1585435" cy="15942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Straight Connector 50"/>
          <p:cNvCxnSpPr>
            <a:stCxn id="50" idx="4"/>
          </p:cNvCxnSpPr>
          <p:nvPr/>
        </p:nvCxnSpPr>
        <p:spPr>
          <a:xfrm flipH="1">
            <a:off x="16579518" y="2707246"/>
            <a:ext cx="6227" cy="1458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5417500" y="2179787"/>
            <a:ext cx="1162595" cy="636816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Freeform 55"/>
          <p:cNvSpPr/>
          <p:nvPr/>
        </p:nvSpPr>
        <p:spPr>
          <a:xfrm rot="11214200">
            <a:off x="16557337" y="2692859"/>
            <a:ext cx="1162595" cy="636816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6258474" y="2258164"/>
            <a:ext cx="642085" cy="26670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864" y="4253354"/>
            <a:ext cx="227862" cy="65103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8828" y="5406574"/>
            <a:ext cx="2853175" cy="4907705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3940521" y="5964009"/>
            <a:ext cx="26175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4048617" y="5588305"/>
            <a:ext cx="709901" cy="344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Mom</a:t>
            </a:r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848116" y="470831"/>
            <a:ext cx="1609483" cy="307265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107" y="-3012934"/>
            <a:ext cx="1603387" cy="3225064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7413" y="940536"/>
            <a:ext cx="1603387" cy="322506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3568" y="6710015"/>
            <a:ext cx="1603387" cy="322506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2183278" y="1487439"/>
            <a:ext cx="2617773" cy="2875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 rotWithShape="1">
          <a:blip r:embed="rId9"/>
          <a:srcRect b="37199"/>
          <a:stretch/>
        </p:blipFill>
        <p:spPr>
          <a:xfrm>
            <a:off x="2663341" y="2471595"/>
            <a:ext cx="1609483" cy="1929656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 rotWithShape="1">
          <a:blip r:embed="rId11"/>
          <a:srcRect t="50423"/>
          <a:stretch/>
        </p:blipFill>
        <p:spPr>
          <a:xfrm>
            <a:off x="2685417" y="-124450"/>
            <a:ext cx="1603387" cy="159889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970405" y="7212979"/>
            <a:ext cx="5444200" cy="54442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 rotWithShape="1">
          <a:blip r:embed="rId11"/>
          <a:srcRect t="84545"/>
          <a:stretch/>
        </p:blipFill>
        <p:spPr>
          <a:xfrm>
            <a:off x="-4049999" y="7573616"/>
            <a:ext cx="1603387" cy="49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3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4200" cy="5444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200" y="0"/>
            <a:ext cx="5444200" cy="5444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8400" y="0"/>
            <a:ext cx="5444200" cy="544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444200"/>
            <a:ext cx="5444200" cy="5444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4200" y="5444200"/>
            <a:ext cx="5444200" cy="5444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888400"/>
            <a:ext cx="5444200" cy="5444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8400" y="5444200"/>
            <a:ext cx="5444200" cy="5444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4200" y="10888400"/>
            <a:ext cx="5444200" cy="5444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8400" y="10888400"/>
            <a:ext cx="5444200" cy="5444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6332600"/>
            <a:ext cx="5444200" cy="5444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4200" y="16332600"/>
            <a:ext cx="5444200" cy="54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5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0300" y="-7459400"/>
            <a:ext cx="16332600" cy="217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819384" y="569755"/>
            <a:ext cx="5444455" cy="544445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13401370" y="6319630"/>
            <a:ext cx="1585435" cy="15942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/>
          <p:cNvCxnSpPr>
            <a:stCxn id="26" idx="4"/>
          </p:cNvCxnSpPr>
          <p:nvPr/>
        </p:nvCxnSpPr>
        <p:spPr>
          <a:xfrm flipH="1">
            <a:off x="14187861" y="7913894"/>
            <a:ext cx="6227" cy="14583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13303403" y="6322882"/>
            <a:ext cx="1773535" cy="1676718"/>
          </a:xfrm>
          <a:custGeom>
            <a:avLst/>
            <a:gdLst>
              <a:gd name="connsiteX0" fmla="*/ 236966 w 1883055"/>
              <a:gd name="connsiteY0" fmla="*/ 169683 h 1676718"/>
              <a:gd name="connsiteX1" fmla="*/ 236966 w 1883055"/>
              <a:gd name="connsiteY1" fmla="*/ 169683 h 1676718"/>
              <a:gd name="connsiteX2" fmla="*/ 227539 w 1883055"/>
              <a:gd name="connsiteY2" fmla="*/ 263951 h 1676718"/>
              <a:gd name="connsiteX3" fmla="*/ 208685 w 1883055"/>
              <a:gd name="connsiteY3" fmla="*/ 301658 h 1676718"/>
              <a:gd name="connsiteX4" fmla="*/ 199258 w 1883055"/>
              <a:gd name="connsiteY4" fmla="*/ 329938 h 1676718"/>
              <a:gd name="connsiteX5" fmla="*/ 180405 w 1883055"/>
              <a:gd name="connsiteY5" fmla="*/ 358219 h 1676718"/>
              <a:gd name="connsiteX6" fmla="*/ 152124 w 1883055"/>
              <a:gd name="connsiteY6" fmla="*/ 414779 h 1676718"/>
              <a:gd name="connsiteX7" fmla="*/ 142698 w 1883055"/>
              <a:gd name="connsiteY7" fmla="*/ 443060 h 1676718"/>
              <a:gd name="connsiteX8" fmla="*/ 95564 w 1883055"/>
              <a:gd name="connsiteY8" fmla="*/ 499621 h 1676718"/>
              <a:gd name="connsiteX9" fmla="*/ 57856 w 1883055"/>
              <a:gd name="connsiteY9" fmla="*/ 584462 h 1676718"/>
              <a:gd name="connsiteX10" fmla="*/ 57856 w 1883055"/>
              <a:gd name="connsiteY10" fmla="*/ 1583703 h 1676718"/>
              <a:gd name="connsiteX11" fmla="*/ 86137 w 1883055"/>
              <a:gd name="connsiteY11" fmla="*/ 1611984 h 1676718"/>
              <a:gd name="connsiteX12" fmla="*/ 114417 w 1883055"/>
              <a:gd name="connsiteY12" fmla="*/ 1630837 h 1676718"/>
              <a:gd name="connsiteX13" fmla="*/ 566904 w 1883055"/>
              <a:gd name="connsiteY13" fmla="*/ 1621410 h 1676718"/>
              <a:gd name="connsiteX14" fmla="*/ 595184 w 1883055"/>
              <a:gd name="connsiteY14" fmla="*/ 1611984 h 1676718"/>
              <a:gd name="connsiteX15" fmla="*/ 783720 w 1883055"/>
              <a:gd name="connsiteY15" fmla="*/ 1621410 h 1676718"/>
              <a:gd name="connsiteX16" fmla="*/ 1735827 w 1883055"/>
              <a:gd name="connsiteY16" fmla="*/ 1630837 h 1676718"/>
              <a:gd name="connsiteX17" fmla="*/ 1792388 w 1883055"/>
              <a:gd name="connsiteY17" fmla="*/ 1593130 h 1676718"/>
              <a:gd name="connsiteX18" fmla="*/ 1820669 w 1883055"/>
              <a:gd name="connsiteY18" fmla="*/ 1574276 h 1676718"/>
              <a:gd name="connsiteX19" fmla="*/ 1848949 w 1883055"/>
              <a:gd name="connsiteY19" fmla="*/ 1480008 h 1676718"/>
              <a:gd name="connsiteX20" fmla="*/ 1858376 w 1883055"/>
              <a:gd name="connsiteY20" fmla="*/ 1451728 h 1676718"/>
              <a:gd name="connsiteX21" fmla="*/ 1867803 w 1883055"/>
              <a:gd name="connsiteY21" fmla="*/ 1423448 h 1676718"/>
              <a:gd name="connsiteX22" fmla="*/ 1867803 w 1883055"/>
              <a:gd name="connsiteY22" fmla="*/ 801278 h 1676718"/>
              <a:gd name="connsiteX23" fmla="*/ 1830095 w 1883055"/>
              <a:gd name="connsiteY23" fmla="*/ 754144 h 1676718"/>
              <a:gd name="connsiteX24" fmla="*/ 1820669 w 1883055"/>
              <a:gd name="connsiteY24" fmla="*/ 716437 h 1676718"/>
              <a:gd name="connsiteX25" fmla="*/ 1811242 w 1883055"/>
              <a:gd name="connsiteY25" fmla="*/ 688157 h 1676718"/>
              <a:gd name="connsiteX26" fmla="*/ 1792388 w 1883055"/>
              <a:gd name="connsiteY26" fmla="*/ 603316 h 1676718"/>
              <a:gd name="connsiteX27" fmla="*/ 1754681 w 1883055"/>
              <a:gd name="connsiteY27" fmla="*/ 546755 h 1676718"/>
              <a:gd name="connsiteX28" fmla="*/ 1745254 w 1883055"/>
              <a:gd name="connsiteY28" fmla="*/ 490194 h 1676718"/>
              <a:gd name="connsiteX29" fmla="*/ 1716974 w 1883055"/>
              <a:gd name="connsiteY29" fmla="*/ 480767 h 1676718"/>
              <a:gd name="connsiteX30" fmla="*/ 1698120 w 1883055"/>
              <a:gd name="connsiteY30" fmla="*/ 414779 h 1676718"/>
              <a:gd name="connsiteX31" fmla="*/ 1679267 w 1883055"/>
              <a:gd name="connsiteY31" fmla="*/ 386499 h 1676718"/>
              <a:gd name="connsiteX32" fmla="*/ 1669840 w 1883055"/>
              <a:gd name="connsiteY32" fmla="*/ 358219 h 1676718"/>
              <a:gd name="connsiteX33" fmla="*/ 1650986 w 1883055"/>
              <a:gd name="connsiteY33" fmla="*/ 329938 h 1676718"/>
              <a:gd name="connsiteX34" fmla="*/ 1632133 w 1883055"/>
              <a:gd name="connsiteY34" fmla="*/ 273377 h 1676718"/>
              <a:gd name="connsiteX35" fmla="*/ 1584999 w 1883055"/>
              <a:gd name="connsiteY35" fmla="*/ 216817 h 1676718"/>
              <a:gd name="connsiteX36" fmla="*/ 1575572 w 1883055"/>
              <a:gd name="connsiteY36" fmla="*/ 179109 h 1676718"/>
              <a:gd name="connsiteX37" fmla="*/ 1462450 w 1883055"/>
              <a:gd name="connsiteY37" fmla="*/ 84841 h 1676718"/>
              <a:gd name="connsiteX38" fmla="*/ 1434170 w 1883055"/>
              <a:gd name="connsiteY38" fmla="*/ 65988 h 1676718"/>
              <a:gd name="connsiteX39" fmla="*/ 1405889 w 1883055"/>
              <a:gd name="connsiteY39" fmla="*/ 47134 h 1676718"/>
              <a:gd name="connsiteX40" fmla="*/ 1387036 w 1883055"/>
              <a:gd name="connsiteY40" fmla="*/ 18854 h 1676718"/>
              <a:gd name="connsiteX41" fmla="*/ 1245634 w 1883055"/>
              <a:gd name="connsiteY41" fmla="*/ 9427 h 1676718"/>
              <a:gd name="connsiteX42" fmla="*/ 1217353 w 1883055"/>
              <a:gd name="connsiteY42" fmla="*/ 0 h 1676718"/>
              <a:gd name="connsiteX43" fmla="*/ 708306 w 1883055"/>
              <a:gd name="connsiteY43" fmla="*/ 9427 h 1676718"/>
              <a:gd name="connsiteX44" fmla="*/ 680025 w 1883055"/>
              <a:gd name="connsiteY44" fmla="*/ 18854 h 1676718"/>
              <a:gd name="connsiteX45" fmla="*/ 566904 w 1883055"/>
              <a:gd name="connsiteY45" fmla="*/ 28281 h 1676718"/>
              <a:gd name="connsiteX46" fmla="*/ 519770 w 1883055"/>
              <a:gd name="connsiteY46" fmla="*/ 37707 h 1676718"/>
              <a:gd name="connsiteX47" fmla="*/ 491489 w 1883055"/>
              <a:gd name="connsiteY47" fmla="*/ 56561 h 1676718"/>
              <a:gd name="connsiteX48" fmla="*/ 453782 w 1883055"/>
              <a:gd name="connsiteY48" fmla="*/ 65988 h 1676718"/>
              <a:gd name="connsiteX49" fmla="*/ 397221 w 1883055"/>
              <a:gd name="connsiteY49" fmla="*/ 103695 h 1676718"/>
              <a:gd name="connsiteX50" fmla="*/ 368941 w 1883055"/>
              <a:gd name="connsiteY50" fmla="*/ 122549 h 1676718"/>
              <a:gd name="connsiteX51" fmla="*/ 321807 w 1883055"/>
              <a:gd name="connsiteY51" fmla="*/ 160256 h 1676718"/>
              <a:gd name="connsiteX52" fmla="*/ 293526 w 1883055"/>
              <a:gd name="connsiteY52" fmla="*/ 188536 h 1676718"/>
              <a:gd name="connsiteX53" fmla="*/ 246392 w 1883055"/>
              <a:gd name="connsiteY53" fmla="*/ 226243 h 1676718"/>
              <a:gd name="connsiteX54" fmla="*/ 236966 w 1883055"/>
              <a:gd name="connsiteY54" fmla="*/ 169683 h 1676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883055" h="1676718">
                <a:moveTo>
                  <a:pt x="236966" y="169683"/>
                </a:moveTo>
                <a:lnTo>
                  <a:pt x="236966" y="169683"/>
                </a:lnTo>
                <a:cubicBezTo>
                  <a:pt x="233824" y="201106"/>
                  <a:pt x="234156" y="233073"/>
                  <a:pt x="227539" y="263951"/>
                </a:cubicBezTo>
                <a:cubicBezTo>
                  <a:pt x="224594" y="277692"/>
                  <a:pt x="214221" y="288742"/>
                  <a:pt x="208685" y="301658"/>
                </a:cubicBezTo>
                <a:cubicBezTo>
                  <a:pt x="204771" y="310791"/>
                  <a:pt x="203702" y="321050"/>
                  <a:pt x="199258" y="329938"/>
                </a:cubicBezTo>
                <a:cubicBezTo>
                  <a:pt x="194191" y="340072"/>
                  <a:pt x="185472" y="348085"/>
                  <a:pt x="180405" y="358219"/>
                </a:cubicBezTo>
                <a:cubicBezTo>
                  <a:pt x="141384" y="436263"/>
                  <a:pt x="206148" y="333746"/>
                  <a:pt x="152124" y="414779"/>
                </a:cubicBezTo>
                <a:cubicBezTo>
                  <a:pt x="148982" y="424206"/>
                  <a:pt x="147142" y="434172"/>
                  <a:pt x="142698" y="443060"/>
                </a:cubicBezTo>
                <a:cubicBezTo>
                  <a:pt x="129576" y="469305"/>
                  <a:pt x="116409" y="478776"/>
                  <a:pt x="95564" y="499621"/>
                </a:cubicBezTo>
                <a:cubicBezTo>
                  <a:pt x="73127" y="566930"/>
                  <a:pt x="87734" y="539646"/>
                  <a:pt x="57856" y="584462"/>
                </a:cubicBezTo>
                <a:cubicBezTo>
                  <a:pt x="-53158" y="917529"/>
                  <a:pt x="23637" y="676900"/>
                  <a:pt x="57856" y="1583703"/>
                </a:cubicBezTo>
                <a:cubicBezTo>
                  <a:pt x="58359" y="1597025"/>
                  <a:pt x="75895" y="1603449"/>
                  <a:pt x="86137" y="1611984"/>
                </a:cubicBezTo>
                <a:cubicBezTo>
                  <a:pt x="94840" y="1619237"/>
                  <a:pt x="104990" y="1624553"/>
                  <a:pt x="114417" y="1630837"/>
                </a:cubicBezTo>
                <a:lnTo>
                  <a:pt x="566904" y="1621410"/>
                </a:lnTo>
                <a:cubicBezTo>
                  <a:pt x="576833" y="1621021"/>
                  <a:pt x="585247" y="1611984"/>
                  <a:pt x="595184" y="1611984"/>
                </a:cubicBezTo>
                <a:cubicBezTo>
                  <a:pt x="658108" y="1611984"/>
                  <a:pt x="720875" y="1618268"/>
                  <a:pt x="783720" y="1621410"/>
                </a:cubicBezTo>
                <a:cubicBezTo>
                  <a:pt x="1123493" y="1734670"/>
                  <a:pt x="820409" y="1640473"/>
                  <a:pt x="1735827" y="1630837"/>
                </a:cubicBezTo>
                <a:lnTo>
                  <a:pt x="1792388" y="1593130"/>
                </a:lnTo>
                <a:lnTo>
                  <a:pt x="1820669" y="1574276"/>
                </a:lnTo>
                <a:cubicBezTo>
                  <a:pt x="1834914" y="1517290"/>
                  <a:pt x="1825998" y="1548858"/>
                  <a:pt x="1848949" y="1480008"/>
                </a:cubicBezTo>
                <a:lnTo>
                  <a:pt x="1858376" y="1451728"/>
                </a:lnTo>
                <a:lnTo>
                  <a:pt x="1867803" y="1423448"/>
                </a:lnTo>
                <a:cubicBezTo>
                  <a:pt x="1891567" y="1162049"/>
                  <a:pt x="1884399" y="1282542"/>
                  <a:pt x="1867803" y="801278"/>
                </a:cubicBezTo>
                <a:cubicBezTo>
                  <a:pt x="1866732" y="770209"/>
                  <a:pt x="1853031" y="769435"/>
                  <a:pt x="1830095" y="754144"/>
                </a:cubicBezTo>
                <a:cubicBezTo>
                  <a:pt x="1826953" y="741575"/>
                  <a:pt x="1824228" y="728894"/>
                  <a:pt x="1820669" y="716437"/>
                </a:cubicBezTo>
                <a:cubicBezTo>
                  <a:pt x="1817939" y="706883"/>
                  <a:pt x="1813652" y="697797"/>
                  <a:pt x="1811242" y="688157"/>
                </a:cubicBezTo>
                <a:cubicBezTo>
                  <a:pt x="1809754" y="682206"/>
                  <a:pt x="1797227" y="612994"/>
                  <a:pt x="1792388" y="603316"/>
                </a:cubicBezTo>
                <a:cubicBezTo>
                  <a:pt x="1782254" y="583049"/>
                  <a:pt x="1754681" y="546755"/>
                  <a:pt x="1754681" y="546755"/>
                </a:cubicBezTo>
                <a:cubicBezTo>
                  <a:pt x="1751539" y="527901"/>
                  <a:pt x="1754737" y="506789"/>
                  <a:pt x="1745254" y="490194"/>
                </a:cubicBezTo>
                <a:cubicBezTo>
                  <a:pt x="1740324" y="481567"/>
                  <a:pt x="1724000" y="487793"/>
                  <a:pt x="1716974" y="480767"/>
                </a:cubicBezTo>
                <a:cubicBezTo>
                  <a:pt x="1712387" y="476180"/>
                  <a:pt x="1698304" y="415207"/>
                  <a:pt x="1698120" y="414779"/>
                </a:cubicBezTo>
                <a:cubicBezTo>
                  <a:pt x="1693657" y="404366"/>
                  <a:pt x="1684334" y="396632"/>
                  <a:pt x="1679267" y="386499"/>
                </a:cubicBezTo>
                <a:cubicBezTo>
                  <a:pt x="1674823" y="377611"/>
                  <a:pt x="1674284" y="367107"/>
                  <a:pt x="1669840" y="358219"/>
                </a:cubicBezTo>
                <a:cubicBezTo>
                  <a:pt x="1664773" y="348085"/>
                  <a:pt x="1655587" y="340291"/>
                  <a:pt x="1650986" y="329938"/>
                </a:cubicBezTo>
                <a:cubicBezTo>
                  <a:pt x="1642915" y="311777"/>
                  <a:pt x="1646186" y="287429"/>
                  <a:pt x="1632133" y="273377"/>
                </a:cubicBezTo>
                <a:cubicBezTo>
                  <a:pt x="1595841" y="237086"/>
                  <a:pt x="1611247" y="256190"/>
                  <a:pt x="1584999" y="216817"/>
                </a:cubicBezTo>
                <a:cubicBezTo>
                  <a:pt x="1581857" y="204248"/>
                  <a:pt x="1583002" y="189723"/>
                  <a:pt x="1575572" y="179109"/>
                </a:cubicBezTo>
                <a:cubicBezTo>
                  <a:pt x="1543819" y="133748"/>
                  <a:pt x="1506496" y="114205"/>
                  <a:pt x="1462450" y="84841"/>
                </a:cubicBezTo>
                <a:lnTo>
                  <a:pt x="1434170" y="65988"/>
                </a:lnTo>
                <a:lnTo>
                  <a:pt x="1405889" y="47134"/>
                </a:lnTo>
                <a:cubicBezTo>
                  <a:pt x="1399605" y="37707"/>
                  <a:pt x="1398064" y="21449"/>
                  <a:pt x="1387036" y="18854"/>
                </a:cubicBezTo>
                <a:cubicBezTo>
                  <a:pt x="1341053" y="8035"/>
                  <a:pt x="1292584" y="14644"/>
                  <a:pt x="1245634" y="9427"/>
                </a:cubicBezTo>
                <a:cubicBezTo>
                  <a:pt x="1235758" y="8330"/>
                  <a:pt x="1226780" y="3142"/>
                  <a:pt x="1217353" y="0"/>
                </a:cubicBezTo>
                <a:lnTo>
                  <a:pt x="708306" y="9427"/>
                </a:lnTo>
                <a:cubicBezTo>
                  <a:pt x="698375" y="9775"/>
                  <a:pt x="689875" y="17541"/>
                  <a:pt x="680025" y="18854"/>
                </a:cubicBezTo>
                <a:cubicBezTo>
                  <a:pt x="642519" y="23855"/>
                  <a:pt x="604611" y="25139"/>
                  <a:pt x="566904" y="28281"/>
                </a:cubicBezTo>
                <a:cubicBezTo>
                  <a:pt x="551193" y="31423"/>
                  <a:pt x="534772" y="32081"/>
                  <a:pt x="519770" y="37707"/>
                </a:cubicBezTo>
                <a:cubicBezTo>
                  <a:pt x="509162" y="41685"/>
                  <a:pt x="501903" y="52098"/>
                  <a:pt x="491489" y="56561"/>
                </a:cubicBezTo>
                <a:cubicBezTo>
                  <a:pt x="479581" y="61665"/>
                  <a:pt x="466351" y="62846"/>
                  <a:pt x="453782" y="65988"/>
                </a:cubicBezTo>
                <a:lnTo>
                  <a:pt x="397221" y="103695"/>
                </a:lnTo>
                <a:lnTo>
                  <a:pt x="368941" y="122549"/>
                </a:lnTo>
                <a:cubicBezTo>
                  <a:pt x="326775" y="185795"/>
                  <a:pt x="376446" y="123830"/>
                  <a:pt x="321807" y="160256"/>
                </a:cubicBezTo>
                <a:cubicBezTo>
                  <a:pt x="310714" y="167651"/>
                  <a:pt x="303768" y="180001"/>
                  <a:pt x="293526" y="188536"/>
                </a:cubicBezTo>
                <a:cubicBezTo>
                  <a:pt x="222171" y="247998"/>
                  <a:pt x="301247" y="171391"/>
                  <a:pt x="246392" y="226243"/>
                </a:cubicBezTo>
                <a:lnTo>
                  <a:pt x="236966" y="169683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13401370" y="6405336"/>
            <a:ext cx="1585435" cy="15942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/>
          <p:cNvSpPr/>
          <p:nvPr/>
        </p:nvSpPr>
        <p:spPr>
          <a:xfrm>
            <a:off x="13460116" y="6446598"/>
            <a:ext cx="1076240" cy="409242"/>
          </a:xfrm>
          <a:custGeom>
            <a:avLst/>
            <a:gdLst>
              <a:gd name="connsiteX0" fmla="*/ 1076240 w 1076240"/>
              <a:gd name="connsiteY0" fmla="*/ 0 h 409242"/>
              <a:gd name="connsiteX1" fmla="*/ 1076240 w 1076240"/>
              <a:gd name="connsiteY1" fmla="*/ 0 h 409242"/>
              <a:gd name="connsiteX2" fmla="*/ 1051964 w 1076240"/>
              <a:gd name="connsiteY2" fmla="*/ 28322 h 409242"/>
              <a:gd name="connsiteX3" fmla="*/ 1035780 w 1076240"/>
              <a:gd name="connsiteY3" fmla="*/ 32368 h 409242"/>
              <a:gd name="connsiteX4" fmla="*/ 1019596 w 1076240"/>
              <a:gd name="connsiteY4" fmla="*/ 44507 h 409242"/>
              <a:gd name="connsiteX5" fmla="*/ 1007458 w 1076240"/>
              <a:gd name="connsiteY5" fmla="*/ 48553 h 409242"/>
              <a:gd name="connsiteX6" fmla="*/ 983182 w 1076240"/>
              <a:gd name="connsiteY6" fmla="*/ 64737 h 409242"/>
              <a:gd name="connsiteX7" fmla="*/ 950814 w 1076240"/>
              <a:gd name="connsiteY7" fmla="*/ 72829 h 409242"/>
              <a:gd name="connsiteX8" fmla="*/ 926538 w 1076240"/>
              <a:gd name="connsiteY8" fmla="*/ 89013 h 409242"/>
              <a:gd name="connsiteX9" fmla="*/ 914400 w 1076240"/>
              <a:gd name="connsiteY9" fmla="*/ 97105 h 409242"/>
              <a:gd name="connsiteX10" fmla="*/ 890124 w 1076240"/>
              <a:gd name="connsiteY10" fmla="*/ 105197 h 409242"/>
              <a:gd name="connsiteX11" fmla="*/ 869894 w 1076240"/>
              <a:gd name="connsiteY11" fmla="*/ 121381 h 409242"/>
              <a:gd name="connsiteX12" fmla="*/ 853709 w 1076240"/>
              <a:gd name="connsiteY12" fmla="*/ 141611 h 409242"/>
              <a:gd name="connsiteX13" fmla="*/ 841571 w 1076240"/>
              <a:gd name="connsiteY13" fmla="*/ 145657 h 409242"/>
              <a:gd name="connsiteX14" fmla="*/ 829433 w 1076240"/>
              <a:gd name="connsiteY14" fmla="*/ 153749 h 409242"/>
              <a:gd name="connsiteX15" fmla="*/ 793019 w 1076240"/>
              <a:gd name="connsiteY15" fmla="*/ 169933 h 409242"/>
              <a:gd name="connsiteX16" fmla="*/ 784927 w 1076240"/>
              <a:gd name="connsiteY16" fmla="*/ 182071 h 409242"/>
              <a:gd name="connsiteX17" fmla="*/ 772789 w 1076240"/>
              <a:gd name="connsiteY17" fmla="*/ 186117 h 409242"/>
              <a:gd name="connsiteX18" fmla="*/ 760651 w 1076240"/>
              <a:gd name="connsiteY18" fmla="*/ 194209 h 409242"/>
              <a:gd name="connsiteX19" fmla="*/ 748513 w 1076240"/>
              <a:gd name="connsiteY19" fmla="*/ 198255 h 409242"/>
              <a:gd name="connsiteX20" fmla="*/ 720191 w 1076240"/>
              <a:gd name="connsiteY20" fmla="*/ 218485 h 409242"/>
              <a:gd name="connsiteX21" fmla="*/ 708053 w 1076240"/>
              <a:gd name="connsiteY21" fmla="*/ 230623 h 409242"/>
              <a:gd name="connsiteX22" fmla="*/ 683777 w 1076240"/>
              <a:gd name="connsiteY22" fmla="*/ 234669 h 409242"/>
              <a:gd name="connsiteX23" fmla="*/ 659501 w 1076240"/>
              <a:gd name="connsiteY23" fmla="*/ 250853 h 409242"/>
              <a:gd name="connsiteX24" fmla="*/ 631178 w 1076240"/>
              <a:gd name="connsiteY24" fmla="*/ 267037 h 409242"/>
              <a:gd name="connsiteX25" fmla="*/ 602856 w 1076240"/>
              <a:gd name="connsiteY25" fmla="*/ 275130 h 409242"/>
              <a:gd name="connsiteX26" fmla="*/ 590718 w 1076240"/>
              <a:gd name="connsiteY26" fmla="*/ 279176 h 409242"/>
              <a:gd name="connsiteX27" fmla="*/ 574534 w 1076240"/>
              <a:gd name="connsiteY27" fmla="*/ 283222 h 409242"/>
              <a:gd name="connsiteX28" fmla="*/ 546212 w 1076240"/>
              <a:gd name="connsiteY28" fmla="*/ 299406 h 409242"/>
              <a:gd name="connsiteX29" fmla="*/ 521936 w 1076240"/>
              <a:gd name="connsiteY29" fmla="*/ 311544 h 409242"/>
              <a:gd name="connsiteX30" fmla="*/ 489568 w 1076240"/>
              <a:gd name="connsiteY30" fmla="*/ 331774 h 409242"/>
              <a:gd name="connsiteX31" fmla="*/ 465292 w 1076240"/>
              <a:gd name="connsiteY31" fmla="*/ 339866 h 409242"/>
              <a:gd name="connsiteX32" fmla="*/ 436970 w 1076240"/>
              <a:gd name="connsiteY32" fmla="*/ 347958 h 409242"/>
              <a:gd name="connsiteX33" fmla="*/ 420786 w 1076240"/>
              <a:gd name="connsiteY33" fmla="*/ 356050 h 409242"/>
              <a:gd name="connsiteX34" fmla="*/ 376279 w 1076240"/>
              <a:gd name="connsiteY34" fmla="*/ 368188 h 409242"/>
              <a:gd name="connsiteX35" fmla="*/ 347957 w 1076240"/>
              <a:gd name="connsiteY35" fmla="*/ 376280 h 409242"/>
              <a:gd name="connsiteX36" fmla="*/ 319635 w 1076240"/>
              <a:gd name="connsiteY36" fmla="*/ 380326 h 409242"/>
              <a:gd name="connsiteX37" fmla="*/ 279175 w 1076240"/>
              <a:gd name="connsiteY37" fmla="*/ 388418 h 409242"/>
              <a:gd name="connsiteX38" fmla="*/ 258945 w 1076240"/>
              <a:gd name="connsiteY38" fmla="*/ 392464 h 409242"/>
              <a:gd name="connsiteX39" fmla="*/ 242761 w 1076240"/>
              <a:gd name="connsiteY39" fmla="*/ 396510 h 409242"/>
              <a:gd name="connsiteX40" fmla="*/ 214439 w 1076240"/>
              <a:gd name="connsiteY40" fmla="*/ 400556 h 409242"/>
              <a:gd name="connsiteX41" fmla="*/ 0 w 1076240"/>
              <a:gd name="connsiteY41" fmla="*/ 392464 h 40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76240" h="409242">
                <a:moveTo>
                  <a:pt x="1076240" y="0"/>
                </a:moveTo>
                <a:lnTo>
                  <a:pt x="1076240" y="0"/>
                </a:lnTo>
                <a:cubicBezTo>
                  <a:pt x="1068148" y="9441"/>
                  <a:pt x="1061673" y="20554"/>
                  <a:pt x="1051964" y="28322"/>
                </a:cubicBezTo>
                <a:cubicBezTo>
                  <a:pt x="1047622" y="31796"/>
                  <a:pt x="1040754" y="29881"/>
                  <a:pt x="1035780" y="32368"/>
                </a:cubicBezTo>
                <a:cubicBezTo>
                  <a:pt x="1029748" y="35384"/>
                  <a:pt x="1025451" y="41161"/>
                  <a:pt x="1019596" y="44507"/>
                </a:cubicBezTo>
                <a:cubicBezTo>
                  <a:pt x="1015893" y="46623"/>
                  <a:pt x="1011186" y="46482"/>
                  <a:pt x="1007458" y="48553"/>
                </a:cubicBezTo>
                <a:cubicBezTo>
                  <a:pt x="998956" y="53276"/>
                  <a:pt x="992617" y="62378"/>
                  <a:pt x="983182" y="64737"/>
                </a:cubicBezTo>
                <a:lnTo>
                  <a:pt x="950814" y="72829"/>
                </a:lnTo>
                <a:lnTo>
                  <a:pt x="926538" y="89013"/>
                </a:lnTo>
                <a:cubicBezTo>
                  <a:pt x="922492" y="91710"/>
                  <a:pt x="919013" y="95567"/>
                  <a:pt x="914400" y="97105"/>
                </a:cubicBezTo>
                <a:lnTo>
                  <a:pt x="890124" y="105197"/>
                </a:lnTo>
                <a:cubicBezTo>
                  <a:pt x="874008" y="129371"/>
                  <a:pt x="891608" y="108353"/>
                  <a:pt x="869894" y="121381"/>
                </a:cubicBezTo>
                <a:cubicBezTo>
                  <a:pt x="853392" y="131282"/>
                  <a:pt x="870253" y="128376"/>
                  <a:pt x="853709" y="141611"/>
                </a:cubicBezTo>
                <a:cubicBezTo>
                  <a:pt x="850379" y="144275"/>
                  <a:pt x="845386" y="143750"/>
                  <a:pt x="841571" y="145657"/>
                </a:cubicBezTo>
                <a:cubicBezTo>
                  <a:pt x="837222" y="147832"/>
                  <a:pt x="833479" y="151052"/>
                  <a:pt x="829433" y="153749"/>
                </a:cubicBezTo>
                <a:cubicBezTo>
                  <a:pt x="811224" y="181063"/>
                  <a:pt x="835622" y="150998"/>
                  <a:pt x="793019" y="169933"/>
                </a:cubicBezTo>
                <a:cubicBezTo>
                  <a:pt x="788575" y="171908"/>
                  <a:pt x="788724" y="179033"/>
                  <a:pt x="784927" y="182071"/>
                </a:cubicBezTo>
                <a:cubicBezTo>
                  <a:pt x="781597" y="184735"/>
                  <a:pt x="776604" y="184210"/>
                  <a:pt x="772789" y="186117"/>
                </a:cubicBezTo>
                <a:cubicBezTo>
                  <a:pt x="768440" y="188292"/>
                  <a:pt x="765000" y="192034"/>
                  <a:pt x="760651" y="194209"/>
                </a:cubicBezTo>
                <a:cubicBezTo>
                  <a:pt x="756836" y="196116"/>
                  <a:pt x="752328" y="196348"/>
                  <a:pt x="748513" y="198255"/>
                </a:cubicBezTo>
                <a:cubicBezTo>
                  <a:pt x="743390" y="200817"/>
                  <a:pt x="722757" y="216286"/>
                  <a:pt x="720191" y="218485"/>
                </a:cubicBezTo>
                <a:cubicBezTo>
                  <a:pt x="715847" y="222209"/>
                  <a:pt x="713282" y="228299"/>
                  <a:pt x="708053" y="230623"/>
                </a:cubicBezTo>
                <a:cubicBezTo>
                  <a:pt x="700556" y="233955"/>
                  <a:pt x="691869" y="233320"/>
                  <a:pt x="683777" y="234669"/>
                </a:cubicBezTo>
                <a:lnTo>
                  <a:pt x="659501" y="250853"/>
                </a:lnTo>
                <a:cubicBezTo>
                  <a:pt x="647308" y="258982"/>
                  <a:pt x="645556" y="260875"/>
                  <a:pt x="631178" y="267037"/>
                </a:cubicBezTo>
                <a:cubicBezTo>
                  <a:pt x="621468" y="271198"/>
                  <a:pt x="613134" y="272194"/>
                  <a:pt x="602856" y="275130"/>
                </a:cubicBezTo>
                <a:cubicBezTo>
                  <a:pt x="598755" y="276302"/>
                  <a:pt x="594819" y="278004"/>
                  <a:pt x="590718" y="279176"/>
                </a:cubicBezTo>
                <a:cubicBezTo>
                  <a:pt x="585371" y="280704"/>
                  <a:pt x="579741" y="281270"/>
                  <a:pt x="574534" y="283222"/>
                </a:cubicBezTo>
                <a:cubicBezTo>
                  <a:pt x="546161" y="293862"/>
                  <a:pt x="569689" y="287667"/>
                  <a:pt x="546212" y="299406"/>
                </a:cubicBezTo>
                <a:cubicBezTo>
                  <a:pt x="519490" y="312767"/>
                  <a:pt x="548992" y="292219"/>
                  <a:pt x="521936" y="311544"/>
                </a:cubicBezTo>
                <a:cubicBezTo>
                  <a:pt x="506442" y="322611"/>
                  <a:pt x="506850" y="324861"/>
                  <a:pt x="489568" y="331774"/>
                </a:cubicBezTo>
                <a:cubicBezTo>
                  <a:pt x="481648" y="334942"/>
                  <a:pt x="473567" y="337797"/>
                  <a:pt x="465292" y="339866"/>
                </a:cubicBezTo>
                <a:cubicBezTo>
                  <a:pt x="457079" y="341919"/>
                  <a:pt x="445096" y="344475"/>
                  <a:pt x="436970" y="347958"/>
                </a:cubicBezTo>
                <a:cubicBezTo>
                  <a:pt x="431426" y="350334"/>
                  <a:pt x="426330" y="353674"/>
                  <a:pt x="420786" y="356050"/>
                </a:cubicBezTo>
                <a:cubicBezTo>
                  <a:pt x="408540" y="361298"/>
                  <a:pt x="385552" y="365097"/>
                  <a:pt x="376279" y="368188"/>
                </a:cubicBezTo>
                <a:cubicBezTo>
                  <a:pt x="365879" y="371655"/>
                  <a:pt x="359134" y="374248"/>
                  <a:pt x="347957" y="376280"/>
                </a:cubicBezTo>
                <a:cubicBezTo>
                  <a:pt x="338574" y="377986"/>
                  <a:pt x="329026" y="378669"/>
                  <a:pt x="319635" y="380326"/>
                </a:cubicBezTo>
                <a:cubicBezTo>
                  <a:pt x="306091" y="382716"/>
                  <a:pt x="292662" y="385721"/>
                  <a:pt x="279175" y="388418"/>
                </a:cubicBezTo>
                <a:cubicBezTo>
                  <a:pt x="272432" y="389767"/>
                  <a:pt x="265617" y="390796"/>
                  <a:pt x="258945" y="392464"/>
                </a:cubicBezTo>
                <a:cubicBezTo>
                  <a:pt x="253550" y="393813"/>
                  <a:pt x="248232" y="395515"/>
                  <a:pt x="242761" y="396510"/>
                </a:cubicBezTo>
                <a:cubicBezTo>
                  <a:pt x="233378" y="398216"/>
                  <a:pt x="223880" y="399207"/>
                  <a:pt x="214439" y="400556"/>
                </a:cubicBezTo>
                <a:cubicBezTo>
                  <a:pt x="5077" y="396451"/>
                  <a:pt x="69625" y="427276"/>
                  <a:pt x="0" y="392464"/>
                </a:cubicBezTo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 30"/>
          <p:cNvSpPr/>
          <p:nvPr/>
        </p:nvSpPr>
        <p:spPr>
          <a:xfrm>
            <a:off x="13464162" y="6373770"/>
            <a:ext cx="1056010" cy="453154"/>
          </a:xfrm>
          <a:custGeom>
            <a:avLst/>
            <a:gdLst>
              <a:gd name="connsiteX0" fmla="*/ 0 w 1031734"/>
              <a:gd name="connsiteY0" fmla="*/ 392464 h 441016"/>
              <a:gd name="connsiteX1" fmla="*/ 0 w 1031734"/>
              <a:gd name="connsiteY1" fmla="*/ 392464 h 441016"/>
              <a:gd name="connsiteX2" fmla="*/ 16184 w 1031734"/>
              <a:gd name="connsiteY2" fmla="*/ 424832 h 441016"/>
              <a:gd name="connsiteX3" fmla="*/ 20230 w 1031734"/>
              <a:gd name="connsiteY3" fmla="*/ 436970 h 441016"/>
              <a:gd name="connsiteX4" fmla="*/ 32368 w 1031734"/>
              <a:gd name="connsiteY4" fmla="*/ 441016 h 441016"/>
              <a:gd name="connsiteX5" fmla="*/ 80920 w 1031734"/>
              <a:gd name="connsiteY5" fmla="*/ 408648 h 441016"/>
              <a:gd name="connsiteX6" fmla="*/ 93058 w 1031734"/>
              <a:gd name="connsiteY6" fmla="*/ 400556 h 441016"/>
              <a:gd name="connsiteX7" fmla="*/ 129472 w 1031734"/>
              <a:gd name="connsiteY7" fmla="*/ 392464 h 441016"/>
              <a:gd name="connsiteX8" fmla="*/ 141610 w 1031734"/>
              <a:gd name="connsiteY8" fmla="*/ 388418 h 441016"/>
              <a:gd name="connsiteX9" fmla="*/ 161840 w 1031734"/>
              <a:gd name="connsiteY9" fmla="*/ 384372 h 441016"/>
              <a:gd name="connsiteX10" fmla="*/ 178025 w 1031734"/>
              <a:gd name="connsiteY10" fmla="*/ 380326 h 441016"/>
              <a:gd name="connsiteX11" fmla="*/ 226577 w 1031734"/>
              <a:gd name="connsiteY11" fmla="*/ 368188 h 441016"/>
              <a:gd name="connsiteX12" fmla="*/ 250853 w 1031734"/>
              <a:gd name="connsiteY12" fmla="*/ 360096 h 441016"/>
              <a:gd name="connsiteX13" fmla="*/ 275129 w 1031734"/>
              <a:gd name="connsiteY13" fmla="*/ 352004 h 441016"/>
              <a:gd name="connsiteX14" fmla="*/ 287267 w 1031734"/>
              <a:gd name="connsiteY14" fmla="*/ 347958 h 441016"/>
              <a:gd name="connsiteX15" fmla="*/ 323681 w 1031734"/>
              <a:gd name="connsiteY15" fmla="*/ 343912 h 441016"/>
              <a:gd name="connsiteX16" fmla="*/ 335819 w 1031734"/>
              <a:gd name="connsiteY16" fmla="*/ 339866 h 441016"/>
              <a:gd name="connsiteX17" fmla="*/ 352003 w 1031734"/>
              <a:gd name="connsiteY17" fmla="*/ 335820 h 441016"/>
              <a:gd name="connsiteX18" fmla="*/ 368187 w 1031734"/>
              <a:gd name="connsiteY18" fmla="*/ 327728 h 441016"/>
              <a:gd name="connsiteX19" fmla="*/ 400555 w 1031734"/>
              <a:gd name="connsiteY19" fmla="*/ 319636 h 441016"/>
              <a:gd name="connsiteX20" fmla="*/ 416740 w 1031734"/>
              <a:gd name="connsiteY20" fmla="*/ 311543 h 441016"/>
              <a:gd name="connsiteX21" fmla="*/ 436970 w 1031734"/>
              <a:gd name="connsiteY21" fmla="*/ 307497 h 441016"/>
              <a:gd name="connsiteX22" fmla="*/ 453154 w 1031734"/>
              <a:gd name="connsiteY22" fmla="*/ 303451 h 441016"/>
              <a:gd name="connsiteX23" fmla="*/ 497660 w 1031734"/>
              <a:gd name="connsiteY23" fmla="*/ 295359 h 441016"/>
              <a:gd name="connsiteX24" fmla="*/ 505752 w 1031734"/>
              <a:gd name="connsiteY24" fmla="*/ 283221 h 441016"/>
              <a:gd name="connsiteX25" fmla="*/ 517890 w 1031734"/>
              <a:gd name="connsiteY25" fmla="*/ 279175 h 441016"/>
              <a:gd name="connsiteX26" fmla="*/ 530028 w 1031734"/>
              <a:gd name="connsiteY26" fmla="*/ 271083 h 441016"/>
              <a:gd name="connsiteX27" fmla="*/ 546212 w 1031734"/>
              <a:gd name="connsiteY27" fmla="*/ 258945 h 441016"/>
              <a:gd name="connsiteX28" fmla="*/ 558350 w 1031734"/>
              <a:gd name="connsiteY28" fmla="*/ 254899 h 441016"/>
              <a:gd name="connsiteX29" fmla="*/ 574534 w 1031734"/>
              <a:gd name="connsiteY29" fmla="*/ 246807 h 441016"/>
              <a:gd name="connsiteX30" fmla="*/ 590718 w 1031734"/>
              <a:gd name="connsiteY30" fmla="*/ 242761 h 441016"/>
              <a:gd name="connsiteX31" fmla="*/ 614994 w 1031734"/>
              <a:gd name="connsiteY31" fmla="*/ 234669 h 441016"/>
              <a:gd name="connsiteX32" fmla="*/ 631178 w 1031734"/>
              <a:gd name="connsiteY32" fmla="*/ 230623 h 441016"/>
              <a:gd name="connsiteX33" fmla="*/ 651409 w 1031734"/>
              <a:gd name="connsiteY33" fmla="*/ 222531 h 441016"/>
              <a:gd name="connsiteX34" fmla="*/ 667593 w 1031734"/>
              <a:gd name="connsiteY34" fmla="*/ 214439 h 441016"/>
              <a:gd name="connsiteX35" fmla="*/ 683777 w 1031734"/>
              <a:gd name="connsiteY35" fmla="*/ 210393 h 441016"/>
              <a:gd name="connsiteX36" fmla="*/ 712099 w 1031734"/>
              <a:gd name="connsiteY36" fmla="*/ 194209 h 441016"/>
              <a:gd name="connsiteX37" fmla="*/ 724237 w 1031734"/>
              <a:gd name="connsiteY37" fmla="*/ 190163 h 441016"/>
              <a:gd name="connsiteX38" fmla="*/ 748513 w 1031734"/>
              <a:gd name="connsiteY38" fmla="*/ 169933 h 441016"/>
              <a:gd name="connsiteX39" fmla="*/ 772789 w 1031734"/>
              <a:gd name="connsiteY39" fmla="*/ 157795 h 441016"/>
              <a:gd name="connsiteX40" fmla="*/ 784927 w 1031734"/>
              <a:gd name="connsiteY40" fmla="*/ 145657 h 441016"/>
              <a:gd name="connsiteX41" fmla="*/ 809203 w 1031734"/>
              <a:gd name="connsiteY41" fmla="*/ 129473 h 441016"/>
              <a:gd name="connsiteX42" fmla="*/ 865848 w 1031734"/>
              <a:gd name="connsiteY42" fmla="*/ 117335 h 441016"/>
              <a:gd name="connsiteX43" fmla="*/ 894170 w 1031734"/>
              <a:gd name="connsiteY43" fmla="*/ 109243 h 441016"/>
              <a:gd name="connsiteX44" fmla="*/ 910354 w 1031734"/>
              <a:gd name="connsiteY44" fmla="*/ 105197 h 441016"/>
              <a:gd name="connsiteX45" fmla="*/ 922492 w 1031734"/>
              <a:gd name="connsiteY45" fmla="*/ 101151 h 441016"/>
              <a:gd name="connsiteX46" fmla="*/ 946768 w 1031734"/>
              <a:gd name="connsiteY46" fmla="*/ 97105 h 441016"/>
              <a:gd name="connsiteX47" fmla="*/ 971044 w 1031734"/>
              <a:gd name="connsiteY47" fmla="*/ 89013 h 441016"/>
              <a:gd name="connsiteX48" fmla="*/ 1019596 w 1031734"/>
              <a:gd name="connsiteY48" fmla="*/ 76874 h 441016"/>
              <a:gd name="connsiteX49" fmla="*/ 1031734 w 1031734"/>
              <a:gd name="connsiteY49" fmla="*/ 68782 h 441016"/>
              <a:gd name="connsiteX50" fmla="*/ 1019596 w 1031734"/>
              <a:gd name="connsiteY50" fmla="*/ 56644 h 441016"/>
              <a:gd name="connsiteX51" fmla="*/ 991274 w 1031734"/>
              <a:gd name="connsiteY51" fmla="*/ 48552 h 441016"/>
              <a:gd name="connsiteX52" fmla="*/ 979136 w 1031734"/>
              <a:gd name="connsiteY52" fmla="*/ 40460 h 441016"/>
              <a:gd name="connsiteX53" fmla="*/ 958906 w 1031734"/>
              <a:gd name="connsiteY53" fmla="*/ 36414 h 441016"/>
              <a:gd name="connsiteX54" fmla="*/ 946768 w 1031734"/>
              <a:gd name="connsiteY54" fmla="*/ 32368 h 441016"/>
              <a:gd name="connsiteX55" fmla="*/ 930584 w 1031734"/>
              <a:gd name="connsiteY55" fmla="*/ 28322 h 441016"/>
              <a:gd name="connsiteX56" fmla="*/ 865848 w 1031734"/>
              <a:gd name="connsiteY56" fmla="*/ 16184 h 441016"/>
              <a:gd name="connsiteX57" fmla="*/ 837525 w 1031734"/>
              <a:gd name="connsiteY57" fmla="*/ 8092 h 441016"/>
              <a:gd name="connsiteX58" fmla="*/ 801111 w 1031734"/>
              <a:gd name="connsiteY58" fmla="*/ 0 h 441016"/>
              <a:gd name="connsiteX59" fmla="*/ 449108 w 1031734"/>
              <a:gd name="connsiteY59" fmla="*/ 4046 h 441016"/>
              <a:gd name="connsiteX60" fmla="*/ 436970 w 1031734"/>
              <a:gd name="connsiteY60" fmla="*/ 8092 h 441016"/>
              <a:gd name="connsiteX61" fmla="*/ 408648 w 1031734"/>
              <a:gd name="connsiteY61" fmla="*/ 16184 h 441016"/>
              <a:gd name="connsiteX62" fmla="*/ 400555 w 1031734"/>
              <a:gd name="connsiteY62" fmla="*/ 24276 h 441016"/>
              <a:gd name="connsiteX63" fmla="*/ 388417 w 1031734"/>
              <a:gd name="connsiteY63" fmla="*/ 28322 h 441016"/>
              <a:gd name="connsiteX64" fmla="*/ 372233 w 1031734"/>
              <a:gd name="connsiteY64" fmla="*/ 36414 h 441016"/>
              <a:gd name="connsiteX65" fmla="*/ 347957 w 1031734"/>
              <a:gd name="connsiteY65" fmla="*/ 52598 h 441016"/>
              <a:gd name="connsiteX66" fmla="*/ 327727 w 1031734"/>
              <a:gd name="connsiteY66" fmla="*/ 72828 h 441016"/>
              <a:gd name="connsiteX67" fmla="*/ 311543 w 1031734"/>
              <a:gd name="connsiteY67" fmla="*/ 93059 h 441016"/>
              <a:gd name="connsiteX68" fmla="*/ 299405 w 1031734"/>
              <a:gd name="connsiteY68" fmla="*/ 97105 h 441016"/>
              <a:gd name="connsiteX69" fmla="*/ 287267 w 1031734"/>
              <a:gd name="connsiteY69" fmla="*/ 109243 h 441016"/>
              <a:gd name="connsiteX70" fmla="*/ 262991 w 1031734"/>
              <a:gd name="connsiteY70" fmla="*/ 117335 h 441016"/>
              <a:gd name="connsiteX71" fmla="*/ 242761 w 1031734"/>
              <a:gd name="connsiteY71" fmla="*/ 141611 h 441016"/>
              <a:gd name="connsiteX72" fmla="*/ 226577 w 1031734"/>
              <a:gd name="connsiteY72" fmla="*/ 165887 h 441016"/>
              <a:gd name="connsiteX73" fmla="*/ 198255 w 1031734"/>
              <a:gd name="connsiteY73" fmla="*/ 173979 h 441016"/>
              <a:gd name="connsiteX74" fmla="*/ 169932 w 1031734"/>
              <a:gd name="connsiteY74" fmla="*/ 190163 h 441016"/>
              <a:gd name="connsiteX75" fmla="*/ 157794 w 1031734"/>
              <a:gd name="connsiteY75" fmla="*/ 194209 h 441016"/>
              <a:gd name="connsiteX76" fmla="*/ 145656 w 1031734"/>
              <a:gd name="connsiteY76" fmla="*/ 202301 h 441016"/>
              <a:gd name="connsiteX77" fmla="*/ 129472 w 1031734"/>
              <a:gd name="connsiteY77" fmla="*/ 206347 h 441016"/>
              <a:gd name="connsiteX78" fmla="*/ 105196 w 1031734"/>
              <a:gd name="connsiteY78" fmla="*/ 214439 h 441016"/>
              <a:gd name="connsiteX79" fmla="*/ 84966 w 1031734"/>
              <a:gd name="connsiteY79" fmla="*/ 238715 h 441016"/>
              <a:gd name="connsiteX80" fmla="*/ 76874 w 1031734"/>
              <a:gd name="connsiteY80" fmla="*/ 250853 h 441016"/>
              <a:gd name="connsiteX81" fmla="*/ 60690 w 1031734"/>
              <a:gd name="connsiteY81" fmla="*/ 254899 h 441016"/>
              <a:gd name="connsiteX82" fmla="*/ 48552 w 1031734"/>
              <a:gd name="connsiteY82" fmla="*/ 283221 h 441016"/>
              <a:gd name="connsiteX83" fmla="*/ 36414 w 1031734"/>
              <a:gd name="connsiteY83" fmla="*/ 291313 h 441016"/>
              <a:gd name="connsiteX84" fmla="*/ 28322 w 1031734"/>
              <a:gd name="connsiteY84" fmla="*/ 303451 h 441016"/>
              <a:gd name="connsiteX85" fmla="*/ 0 w 1031734"/>
              <a:gd name="connsiteY85" fmla="*/ 392464 h 44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031734" h="441016">
                <a:moveTo>
                  <a:pt x="0" y="392464"/>
                </a:moveTo>
                <a:lnTo>
                  <a:pt x="0" y="392464"/>
                </a:lnTo>
                <a:cubicBezTo>
                  <a:pt x="5395" y="403253"/>
                  <a:pt x="11192" y="413850"/>
                  <a:pt x="16184" y="424832"/>
                </a:cubicBezTo>
                <a:cubicBezTo>
                  <a:pt x="17949" y="428715"/>
                  <a:pt x="17214" y="433954"/>
                  <a:pt x="20230" y="436970"/>
                </a:cubicBezTo>
                <a:cubicBezTo>
                  <a:pt x="23246" y="439986"/>
                  <a:pt x="28322" y="439667"/>
                  <a:pt x="32368" y="441016"/>
                </a:cubicBezTo>
                <a:lnTo>
                  <a:pt x="80920" y="408648"/>
                </a:lnTo>
                <a:cubicBezTo>
                  <a:pt x="84966" y="405951"/>
                  <a:pt x="88445" y="402094"/>
                  <a:pt x="93058" y="400556"/>
                </a:cubicBezTo>
                <a:cubicBezTo>
                  <a:pt x="120382" y="391448"/>
                  <a:pt x="86748" y="401958"/>
                  <a:pt x="129472" y="392464"/>
                </a:cubicBezTo>
                <a:cubicBezTo>
                  <a:pt x="133635" y="391539"/>
                  <a:pt x="137472" y="389452"/>
                  <a:pt x="141610" y="388418"/>
                </a:cubicBezTo>
                <a:cubicBezTo>
                  <a:pt x="148282" y="386750"/>
                  <a:pt x="155127" y="385864"/>
                  <a:pt x="161840" y="384372"/>
                </a:cubicBezTo>
                <a:cubicBezTo>
                  <a:pt x="167269" y="383166"/>
                  <a:pt x="172630" y="381675"/>
                  <a:pt x="178025" y="380326"/>
                </a:cubicBezTo>
                <a:cubicBezTo>
                  <a:pt x="210583" y="364047"/>
                  <a:pt x="176239" y="378975"/>
                  <a:pt x="226577" y="368188"/>
                </a:cubicBezTo>
                <a:cubicBezTo>
                  <a:pt x="234917" y="366401"/>
                  <a:pt x="242761" y="362793"/>
                  <a:pt x="250853" y="360096"/>
                </a:cubicBezTo>
                <a:lnTo>
                  <a:pt x="275129" y="352004"/>
                </a:lnTo>
                <a:cubicBezTo>
                  <a:pt x="279175" y="350655"/>
                  <a:pt x="283028" y="348429"/>
                  <a:pt x="287267" y="347958"/>
                </a:cubicBezTo>
                <a:lnTo>
                  <a:pt x="323681" y="343912"/>
                </a:lnTo>
                <a:cubicBezTo>
                  <a:pt x="327727" y="342563"/>
                  <a:pt x="331718" y="341038"/>
                  <a:pt x="335819" y="339866"/>
                </a:cubicBezTo>
                <a:cubicBezTo>
                  <a:pt x="341166" y="338338"/>
                  <a:pt x="346796" y="337772"/>
                  <a:pt x="352003" y="335820"/>
                </a:cubicBezTo>
                <a:cubicBezTo>
                  <a:pt x="357650" y="333702"/>
                  <a:pt x="362465" y="329635"/>
                  <a:pt x="368187" y="327728"/>
                </a:cubicBezTo>
                <a:cubicBezTo>
                  <a:pt x="396677" y="318231"/>
                  <a:pt x="379364" y="328718"/>
                  <a:pt x="400555" y="319636"/>
                </a:cubicBezTo>
                <a:cubicBezTo>
                  <a:pt x="406099" y="317260"/>
                  <a:pt x="411018" y="313451"/>
                  <a:pt x="416740" y="311543"/>
                </a:cubicBezTo>
                <a:cubicBezTo>
                  <a:pt x="423264" y="309368"/>
                  <a:pt x="430257" y="308989"/>
                  <a:pt x="436970" y="307497"/>
                </a:cubicBezTo>
                <a:cubicBezTo>
                  <a:pt x="442398" y="306291"/>
                  <a:pt x="447683" y="304446"/>
                  <a:pt x="453154" y="303451"/>
                </a:cubicBezTo>
                <a:cubicBezTo>
                  <a:pt x="506310" y="293786"/>
                  <a:pt x="460953" y="304536"/>
                  <a:pt x="497660" y="295359"/>
                </a:cubicBezTo>
                <a:cubicBezTo>
                  <a:pt x="500357" y="291313"/>
                  <a:pt x="501955" y="286259"/>
                  <a:pt x="505752" y="283221"/>
                </a:cubicBezTo>
                <a:cubicBezTo>
                  <a:pt x="509082" y="280557"/>
                  <a:pt x="514075" y="281082"/>
                  <a:pt x="517890" y="279175"/>
                </a:cubicBezTo>
                <a:cubicBezTo>
                  <a:pt x="522239" y="277000"/>
                  <a:pt x="526071" y="273909"/>
                  <a:pt x="530028" y="271083"/>
                </a:cubicBezTo>
                <a:cubicBezTo>
                  <a:pt x="535515" y="267164"/>
                  <a:pt x="540357" y="262291"/>
                  <a:pt x="546212" y="258945"/>
                </a:cubicBezTo>
                <a:cubicBezTo>
                  <a:pt x="549915" y="256829"/>
                  <a:pt x="554430" y="256579"/>
                  <a:pt x="558350" y="254899"/>
                </a:cubicBezTo>
                <a:cubicBezTo>
                  <a:pt x="563894" y="252523"/>
                  <a:pt x="568887" y="248925"/>
                  <a:pt x="574534" y="246807"/>
                </a:cubicBezTo>
                <a:cubicBezTo>
                  <a:pt x="579741" y="244855"/>
                  <a:pt x="585392" y="244359"/>
                  <a:pt x="590718" y="242761"/>
                </a:cubicBezTo>
                <a:cubicBezTo>
                  <a:pt x="598888" y="240310"/>
                  <a:pt x="606719" y="236738"/>
                  <a:pt x="614994" y="234669"/>
                </a:cubicBezTo>
                <a:cubicBezTo>
                  <a:pt x="620389" y="233320"/>
                  <a:pt x="625903" y="232381"/>
                  <a:pt x="631178" y="230623"/>
                </a:cubicBezTo>
                <a:cubicBezTo>
                  <a:pt x="638068" y="228326"/>
                  <a:pt x="644772" y="225481"/>
                  <a:pt x="651409" y="222531"/>
                </a:cubicBezTo>
                <a:cubicBezTo>
                  <a:pt x="656921" y="220081"/>
                  <a:pt x="661946" y="216557"/>
                  <a:pt x="667593" y="214439"/>
                </a:cubicBezTo>
                <a:cubicBezTo>
                  <a:pt x="672800" y="212487"/>
                  <a:pt x="678570" y="212345"/>
                  <a:pt x="683777" y="210393"/>
                </a:cubicBezTo>
                <a:cubicBezTo>
                  <a:pt x="712150" y="199753"/>
                  <a:pt x="688622" y="205948"/>
                  <a:pt x="712099" y="194209"/>
                </a:cubicBezTo>
                <a:cubicBezTo>
                  <a:pt x="715914" y="192302"/>
                  <a:pt x="720191" y="191512"/>
                  <a:pt x="724237" y="190163"/>
                </a:cubicBezTo>
                <a:cubicBezTo>
                  <a:pt x="733185" y="181215"/>
                  <a:pt x="737247" y="175566"/>
                  <a:pt x="748513" y="169933"/>
                </a:cubicBezTo>
                <a:cubicBezTo>
                  <a:pt x="766761" y="160809"/>
                  <a:pt x="755396" y="172289"/>
                  <a:pt x="772789" y="157795"/>
                </a:cubicBezTo>
                <a:cubicBezTo>
                  <a:pt x="777185" y="154132"/>
                  <a:pt x="780410" y="149170"/>
                  <a:pt x="784927" y="145657"/>
                </a:cubicBezTo>
                <a:cubicBezTo>
                  <a:pt x="792604" y="139686"/>
                  <a:pt x="799977" y="132548"/>
                  <a:pt x="809203" y="129473"/>
                </a:cubicBezTo>
                <a:cubicBezTo>
                  <a:pt x="843795" y="117942"/>
                  <a:pt x="825015" y="122439"/>
                  <a:pt x="865848" y="117335"/>
                </a:cubicBezTo>
                <a:cubicBezTo>
                  <a:pt x="916442" y="104687"/>
                  <a:pt x="853539" y="120852"/>
                  <a:pt x="894170" y="109243"/>
                </a:cubicBezTo>
                <a:cubicBezTo>
                  <a:pt x="899517" y="107715"/>
                  <a:pt x="905007" y="106725"/>
                  <a:pt x="910354" y="105197"/>
                </a:cubicBezTo>
                <a:cubicBezTo>
                  <a:pt x="914455" y="104025"/>
                  <a:pt x="918329" y="102076"/>
                  <a:pt x="922492" y="101151"/>
                </a:cubicBezTo>
                <a:cubicBezTo>
                  <a:pt x="930500" y="99371"/>
                  <a:pt x="938809" y="99095"/>
                  <a:pt x="946768" y="97105"/>
                </a:cubicBezTo>
                <a:cubicBezTo>
                  <a:pt x="955043" y="95036"/>
                  <a:pt x="962630" y="90416"/>
                  <a:pt x="971044" y="89013"/>
                </a:cubicBezTo>
                <a:cubicBezTo>
                  <a:pt x="983176" y="86990"/>
                  <a:pt x="1008912" y="83997"/>
                  <a:pt x="1019596" y="76874"/>
                </a:cubicBezTo>
                <a:lnTo>
                  <a:pt x="1031734" y="68782"/>
                </a:lnTo>
                <a:cubicBezTo>
                  <a:pt x="1027688" y="64736"/>
                  <a:pt x="1024357" y="59818"/>
                  <a:pt x="1019596" y="56644"/>
                </a:cubicBezTo>
                <a:cubicBezTo>
                  <a:pt x="1016113" y="54322"/>
                  <a:pt x="993432" y="49092"/>
                  <a:pt x="991274" y="48552"/>
                </a:cubicBezTo>
                <a:cubicBezTo>
                  <a:pt x="987228" y="45855"/>
                  <a:pt x="983689" y="42167"/>
                  <a:pt x="979136" y="40460"/>
                </a:cubicBezTo>
                <a:cubicBezTo>
                  <a:pt x="972697" y="38045"/>
                  <a:pt x="965578" y="38082"/>
                  <a:pt x="958906" y="36414"/>
                </a:cubicBezTo>
                <a:cubicBezTo>
                  <a:pt x="954768" y="35380"/>
                  <a:pt x="950869" y="33540"/>
                  <a:pt x="946768" y="32368"/>
                </a:cubicBezTo>
                <a:cubicBezTo>
                  <a:pt x="941421" y="30840"/>
                  <a:pt x="935979" y="29671"/>
                  <a:pt x="930584" y="28322"/>
                </a:cubicBezTo>
                <a:cubicBezTo>
                  <a:pt x="902637" y="9690"/>
                  <a:pt x="927555" y="23444"/>
                  <a:pt x="865848" y="16184"/>
                </a:cubicBezTo>
                <a:cubicBezTo>
                  <a:pt x="847118" y="13981"/>
                  <a:pt x="853717" y="11690"/>
                  <a:pt x="837525" y="8092"/>
                </a:cubicBezTo>
                <a:cubicBezTo>
                  <a:pt x="794801" y="-1402"/>
                  <a:pt x="828435" y="9108"/>
                  <a:pt x="801111" y="0"/>
                </a:cubicBezTo>
                <a:lnTo>
                  <a:pt x="449108" y="4046"/>
                </a:lnTo>
                <a:cubicBezTo>
                  <a:pt x="444844" y="4141"/>
                  <a:pt x="441071" y="6920"/>
                  <a:pt x="436970" y="8092"/>
                </a:cubicBezTo>
                <a:cubicBezTo>
                  <a:pt x="401407" y="18253"/>
                  <a:pt x="437751" y="6483"/>
                  <a:pt x="408648" y="16184"/>
                </a:cubicBezTo>
                <a:cubicBezTo>
                  <a:pt x="405950" y="18881"/>
                  <a:pt x="403826" y="22313"/>
                  <a:pt x="400555" y="24276"/>
                </a:cubicBezTo>
                <a:cubicBezTo>
                  <a:pt x="396898" y="26470"/>
                  <a:pt x="392337" y="26642"/>
                  <a:pt x="388417" y="28322"/>
                </a:cubicBezTo>
                <a:cubicBezTo>
                  <a:pt x="382873" y="30698"/>
                  <a:pt x="377405" y="33311"/>
                  <a:pt x="372233" y="36414"/>
                </a:cubicBezTo>
                <a:cubicBezTo>
                  <a:pt x="363894" y="41418"/>
                  <a:pt x="347957" y="52598"/>
                  <a:pt x="347957" y="52598"/>
                </a:cubicBezTo>
                <a:cubicBezTo>
                  <a:pt x="326378" y="84966"/>
                  <a:pt x="354700" y="45855"/>
                  <a:pt x="327727" y="72828"/>
                </a:cubicBezTo>
                <a:cubicBezTo>
                  <a:pt x="319459" y="81096"/>
                  <a:pt x="321551" y="87054"/>
                  <a:pt x="311543" y="93059"/>
                </a:cubicBezTo>
                <a:cubicBezTo>
                  <a:pt x="307886" y="95253"/>
                  <a:pt x="303451" y="95756"/>
                  <a:pt x="299405" y="97105"/>
                </a:cubicBezTo>
                <a:cubicBezTo>
                  <a:pt x="295359" y="101151"/>
                  <a:pt x="292269" y="106464"/>
                  <a:pt x="287267" y="109243"/>
                </a:cubicBezTo>
                <a:cubicBezTo>
                  <a:pt x="279811" y="113385"/>
                  <a:pt x="262991" y="117335"/>
                  <a:pt x="262991" y="117335"/>
                </a:cubicBezTo>
                <a:cubicBezTo>
                  <a:pt x="234075" y="160709"/>
                  <a:pt x="279106" y="94882"/>
                  <a:pt x="242761" y="141611"/>
                </a:cubicBezTo>
                <a:cubicBezTo>
                  <a:pt x="236790" y="149288"/>
                  <a:pt x="235803" y="162812"/>
                  <a:pt x="226577" y="165887"/>
                </a:cubicBezTo>
                <a:cubicBezTo>
                  <a:pt x="209164" y="171691"/>
                  <a:pt x="218577" y="168899"/>
                  <a:pt x="198255" y="173979"/>
                </a:cubicBezTo>
                <a:cubicBezTo>
                  <a:pt x="186063" y="182107"/>
                  <a:pt x="184308" y="184002"/>
                  <a:pt x="169932" y="190163"/>
                </a:cubicBezTo>
                <a:cubicBezTo>
                  <a:pt x="166012" y="191843"/>
                  <a:pt x="161609" y="192302"/>
                  <a:pt x="157794" y="194209"/>
                </a:cubicBezTo>
                <a:cubicBezTo>
                  <a:pt x="153445" y="196384"/>
                  <a:pt x="150126" y="200385"/>
                  <a:pt x="145656" y="202301"/>
                </a:cubicBezTo>
                <a:cubicBezTo>
                  <a:pt x="140545" y="204491"/>
                  <a:pt x="134798" y="204749"/>
                  <a:pt x="129472" y="206347"/>
                </a:cubicBezTo>
                <a:cubicBezTo>
                  <a:pt x="121302" y="208798"/>
                  <a:pt x="105196" y="214439"/>
                  <a:pt x="105196" y="214439"/>
                </a:cubicBezTo>
                <a:cubicBezTo>
                  <a:pt x="85105" y="244575"/>
                  <a:pt x="110927" y="207562"/>
                  <a:pt x="84966" y="238715"/>
                </a:cubicBezTo>
                <a:cubicBezTo>
                  <a:pt x="81853" y="242451"/>
                  <a:pt x="80920" y="248156"/>
                  <a:pt x="76874" y="250853"/>
                </a:cubicBezTo>
                <a:cubicBezTo>
                  <a:pt x="72247" y="253938"/>
                  <a:pt x="66085" y="253550"/>
                  <a:pt x="60690" y="254899"/>
                </a:cubicBezTo>
                <a:cubicBezTo>
                  <a:pt x="57595" y="267280"/>
                  <a:pt x="57866" y="273907"/>
                  <a:pt x="48552" y="283221"/>
                </a:cubicBezTo>
                <a:cubicBezTo>
                  <a:pt x="45114" y="286659"/>
                  <a:pt x="40460" y="288616"/>
                  <a:pt x="36414" y="291313"/>
                </a:cubicBezTo>
                <a:cubicBezTo>
                  <a:pt x="33717" y="295359"/>
                  <a:pt x="29080" y="298648"/>
                  <a:pt x="28322" y="303451"/>
                </a:cubicBezTo>
                <a:cubicBezTo>
                  <a:pt x="14643" y="390088"/>
                  <a:pt x="4720" y="377629"/>
                  <a:pt x="0" y="39246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 31"/>
          <p:cNvSpPr/>
          <p:nvPr/>
        </p:nvSpPr>
        <p:spPr>
          <a:xfrm>
            <a:off x="13611513" y="7998194"/>
            <a:ext cx="578338" cy="953477"/>
          </a:xfrm>
          <a:custGeom>
            <a:avLst/>
            <a:gdLst>
              <a:gd name="connsiteX0" fmla="*/ 578338 w 578338"/>
              <a:gd name="connsiteY0" fmla="*/ 0 h 953477"/>
              <a:gd name="connsiteX1" fmla="*/ 0 w 578338"/>
              <a:gd name="connsiteY1" fmla="*/ 953477 h 95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338" h="953477">
                <a:moveTo>
                  <a:pt x="578338" y="0"/>
                </a:moveTo>
                <a:lnTo>
                  <a:pt x="0" y="95347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 32"/>
          <p:cNvSpPr/>
          <p:nvPr/>
        </p:nvSpPr>
        <p:spPr>
          <a:xfrm flipH="1">
            <a:off x="14188856" y="7996348"/>
            <a:ext cx="577343" cy="953477"/>
          </a:xfrm>
          <a:custGeom>
            <a:avLst/>
            <a:gdLst>
              <a:gd name="connsiteX0" fmla="*/ 578338 w 578338"/>
              <a:gd name="connsiteY0" fmla="*/ 0 h 953477"/>
              <a:gd name="connsiteX1" fmla="*/ 0 w 578338"/>
              <a:gd name="connsiteY1" fmla="*/ 953477 h 95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338" h="953477">
                <a:moveTo>
                  <a:pt x="578338" y="0"/>
                </a:moveTo>
                <a:lnTo>
                  <a:pt x="0" y="95347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reeform 33"/>
          <p:cNvSpPr/>
          <p:nvPr/>
        </p:nvSpPr>
        <p:spPr>
          <a:xfrm rot="20862510">
            <a:off x="13716534" y="9413850"/>
            <a:ext cx="578338" cy="953477"/>
          </a:xfrm>
          <a:custGeom>
            <a:avLst/>
            <a:gdLst>
              <a:gd name="connsiteX0" fmla="*/ 578338 w 578338"/>
              <a:gd name="connsiteY0" fmla="*/ 0 h 953477"/>
              <a:gd name="connsiteX1" fmla="*/ 0 w 578338"/>
              <a:gd name="connsiteY1" fmla="*/ 953477 h 95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338" h="953477">
                <a:moveTo>
                  <a:pt x="578338" y="0"/>
                </a:moveTo>
                <a:lnTo>
                  <a:pt x="0" y="95347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 34"/>
          <p:cNvSpPr/>
          <p:nvPr/>
        </p:nvSpPr>
        <p:spPr>
          <a:xfrm rot="724068" flipH="1">
            <a:off x="14081845" y="9398752"/>
            <a:ext cx="577343" cy="953477"/>
          </a:xfrm>
          <a:custGeom>
            <a:avLst/>
            <a:gdLst>
              <a:gd name="connsiteX0" fmla="*/ 578338 w 578338"/>
              <a:gd name="connsiteY0" fmla="*/ 0 h 953477"/>
              <a:gd name="connsiteX1" fmla="*/ 0 w 578338"/>
              <a:gd name="connsiteY1" fmla="*/ 953477 h 95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338" h="953477">
                <a:moveTo>
                  <a:pt x="578338" y="0"/>
                </a:moveTo>
                <a:lnTo>
                  <a:pt x="0" y="95347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0517" y="-2684582"/>
            <a:ext cx="1804572" cy="4133446"/>
          </a:xfrm>
          <a:prstGeom prst="rect">
            <a:avLst/>
          </a:prstGeom>
        </p:spPr>
      </p:pic>
      <p:sp>
        <p:nvSpPr>
          <p:cNvPr id="37" name="Freeform 36"/>
          <p:cNvSpPr/>
          <p:nvPr/>
        </p:nvSpPr>
        <p:spPr>
          <a:xfrm rot="14852731">
            <a:off x="6031402" y="-871680"/>
            <a:ext cx="464873" cy="73831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Freeform 88"/>
          <p:cNvSpPr/>
          <p:nvPr/>
        </p:nvSpPr>
        <p:spPr>
          <a:xfrm rot="11252309">
            <a:off x="4331020" y="-463732"/>
            <a:ext cx="630586" cy="595362"/>
          </a:xfrm>
          <a:custGeom>
            <a:avLst/>
            <a:gdLst>
              <a:gd name="connsiteX0" fmla="*/ 0 w 2080592"/>
              <a:gd name="connsiteY0" fmla="*/ 1245704 h 1590261"/>
              <a:gd name="connsiteX1" fmla="*/ 0 w 2080592"/>
              <a:gd name="connsiteY1" fmla="*/ 1245704 h 1590261"/>
              <a:gd name="connsiteX2" fmla="*/ 92765 w 2080592"/>
              <a:gd name="connsiteY2" fmla="*/ 1166191 h 1590261"/>
              <a:gd name="connsiteX3" fmla="*/ 159026 w 2080592"/>
              <a:gd name="connsiteY3" fmla="*/ 1113183 h 1590261"/>
              <a:gd name="connsiteX4" fmla="*/ 212035 w 2080592"/>
              <a:gd name="connsiteY4" fmla="*/ 1099930 h 1590261"/>
              <a:gd name="connsiteX5" fmla="*/ 251792 w 2080592"/>
              <a:gd name="connsiteY5" fmla="*/ 1073426 h 1590261"/>
              <a:gd name="connsiteX6" fmla="*/ 291548 w 2080592"/>
              <a:gd name="connsiteY6" fmla="*/ 1060174 h 1590261"/>
              <a:gd name="connsiteX7" fmla="*/ 357809 w 2080592"/>
              <a:gd name="connsiteY7" fmla="*/ 1020417 h 1590261"/>
              <a:gd name="connsiteX8" fmla="*/ 397565 w 2080592"/>
              <a:gd name="connsiteY8" fmla="*/ 993913 h 1590261"/>
              <a:gd name="connsiteX9" fmla="*/ 424070 w 2080592"/>
              <a:gd name="connsiteY9" fmla="*/ 967409 h 1590261"/>
              <a:gd name="connsiteX10" fmla="*/ 463826 w 2080592"/>
              <a:gd name="connsiteY10" fmla="*/ 954156 h 1590261"/>
              <a:gd name="connsiteX11" fmla="*/ 503583 w 2080592"/>
              <a:gd name="connsiteY11" fmla="*/ 927652 h 1590261"/>
              <a:gd name="connsiteX12" fmla="*/ 596348 w 2080592"/>
              <a:gd name="connsiteY12" fmla="*/ 887896 h 1590261"/>
              <a:gd name="connsiteX13" fmla="*/ 649357 w 2080592"/>
              <a:gd name="connsiteY13" fmla="*/ 834887 h 1590261"/>
              <a:gd name="connsiteX14" fmla="*/ 689113 w 2080592"/>
              <a:gd name="connsiteY14" fmla="*/ 795130 h 1590261"/>
              <a:gd name="connsiteX15" fmla="*/ 755374 w 2080592"/>
              <a:gd name="connsiteY15" fmla="*/ 742122 h 1590261"/>
              <a:gd name="connsiteX16" fmla="*/ 781879 w 2080592"/>
              <a:gd name="connsiteY16" fmla="*/ 715617 h 1590261"/>
              <a:gd name="connsiteX17" fmla="*/ 914400 w 2080592"/>
              <a:gd name="connsiteY17" fmla="*/ 636104 h 1590261"/>
              <a:gd name="connsiteX18" fmla="*/ 993913 w 2080592"/>
              <a:gd name="connsiteY18" fmla="*/ 583096 h 1590261"/>
              <a:gd name="connsiteX19" fmla="*/ 1020418 w 2080592"/>
              <a:gd name="connsiteY19" fmla="*/ 543339 h 1590261"/>
              <a:gd name="connsiteX20" fmla="*/ 1099931 w 2080592"/>
              <a:gd name="connsiteY20" fmla="*/ 503583 h 1590261"/>
              <a:gd name="connsiteX21" fmla="*/ 1126435 w 2080592"/>
              <a:gd name="connsiteY21" fmla="*/ 477078 h 1590261"/>
              <a:gd name="connsiteX22" fmla="*/ 1139687 w 2080592"/>
              <a:gd name="connsiteY22" fmla="*/ 437322 h 1590261"/>
              <a:gd name="connsiteX23" fmla="*/ 1219200 w 2080592"/>
              <a:gd name="connsiteY23" fmla="*/ 410817 h 1590261"/>
              <a:gd name="connsiteX24" fmla="*/ 1272209 w 2080592"/>
              <a:gd name="connsiteY24" fmla="*/ 371061 h 1590261"/>
              <a:gd name="connsiteX25" fmla="*/ 1311965 w 2080592"/>
              <a:gd name="connsiteY25" fmla="*/ 357809 h 1590261"/>
              <a:gd name="connsiteX26" fmla="*/ 1338470 w 2080592"/>
              <a:gd name="connsiteY26" fmla="*/ 331304 h 1590261"/>
              <a:gd name="connsiteX27" fmla="*/ 1404731 w 2080592"/>
              <a:gd name="connsiteY27" fmla="*/ 304800 h 1590261"/>
              <a:gd name="connsiteX28" fmla="*/ 1470992 w 2080592"/>
              <a:gd name="connsiteY28" fmla="*/ 251791 h 1590261"/>
              <a:gd name="connsiteX29" fmla="*/ 1563757 w 2080592"/>
              <a:gd name="connsiteY29" fmla="*/ 185530 h 1590261"/>
              <a:gd name="connsiteX30" fmla="*/ 1603513 w 2080592"/>
              <a:gd name="connsiteY30" fmla="*/ 172278 h 1590261"/>
              <a:gd name="connsiteX31" fmla="*/ 1696279 w 2080592"/>
              <a:gd name="connsiteY31" fmla="*/ 106017 h 1590261"/>
              <a:gd name="connsiteX32" fmla="*/ 1775792 w 2080592"/>
              <a:gd name="connsiteY32" fmla="*/ 53009 h 1590261"/>
              <a:gd name="connsiteX33" fmla="*/ 1815548 w 2080592"/>
              <a:gd name="connsiteY33" fmla="*/ 39756 h 1590261"/>
              <a:gd name="connsiteX34" fmla="*/ 1855305 w 2080592"/>
              <a:gd name="connsiteY34" fmla="*/ 13252 h 1590261"/>
              <a:gd name="connsiteX35" fmla="*/ 1948070 w 2080592"/>
              <a:gd name="connsiteY35" fmla="*/ 0 h 1590261"/>
              <a:gd name="connsiteX36" fmla="*/ 2014331 w 2080592"/>
              <a:gd name="connsiteY36" fmla="*/ 13252 h 1590261"/>
              <a:gd name="connsiteX37" fmla="*/ 2040835 w 2080592"/>
              <a:gd name="connsiteY37" fmla="*/ 92765 h 1590261"/>
              <a:gd name="connsiteX38" fmla="*/ 2080592 w 2080592"/>
              <a:gd name="connsiteY38" fmla="*/ 159026 h 1590261"/>
              <a:gd name="connsiteX39" fmla="*/ 2067339 w 2080592"/>
              <a:gd name="connsiteY39" fmla="*/ 265043 h 1590261"/>
              <a:gd name="connsiteX40" fmla="*/ 2001079 w 2080592"/>
              <a:gd name="connsiteY40" fmla="*/ 331304 h 1590261"/>
              <a:gd name="connsiteX41" fmla="*/ 1934818 w 2080592"/>
              <a:gd name="connsiteY41" fmla="*/ 424069 h 1590261"/>
              <a:gd name="connsiteX42" fmla="*/ 1908313 w 2080592"/>
              <a:gd name="connsiteY42" fmla="*/ 450574 h 1590261"/>
              <a:gd name="connsiteX43" fmla="*/ 1868557 w 2080592"/>
              <a:gd name="connsiteY43" fmla="*/ 503583 h 1590261"/>
              <a:gd name="connsiteX44" fmla="*/ 1828800 w 2080592"/>
              <a:gd name="connsiteY44" fmla="*/ 583096 h 1590261"/>
              <a:gd name="connsiteX45" fmla="*/ 1789044 w 2080592"/>
              <a:gd name="connsiteY45" fmla="*/ 596348 h 1590261"/>
              <a:gd name="connsiteX46" fmla="*/ 1722783 w 2080592"/>
              <a:gd name="connsiteY46" fmla="*/ 662609 h 1590261"/>
              <a:gd name="connsiteX47" fmla="*/ 1616765 w 2080592"/>
              <a:gd name="connsiteY47" fmla="*/ 742122 h 1590261"/>
              <a:gd name="connsiteX48" fmla="*/ 1550505 w 2080592"/>
              <a:gd name="connsiteY48" fmla="*/ 808383 h 1590261"/>
              <a:gd name="connsiteX49" fmla="*/ 1510748 w 2080592"/>
              <a:gd name="connsiteY49" fmla="*/ 848139 h 1590261"/>
              <a:gd name="connsiteX50" fmla="*/ 1431235 w 2080592"/>
              <a:gd name="connsiteY50" fmla="*/ 874643 h 1590261"/>
              <a:gd name="connsiteX51" fmla="*/ 1351722 w 2080592"/>
              <a:gd name="connsiteY51" fmla="*/ 901148 h 1590261"/>
              <a:gd name="connsiteX52" fmla="*/ 1258957 w 2080592"/>
              <a:gd name="connsiteY52" fmla="*/ 914400 h 1590261"/>
              <a:gd name="connsiteX53" fmla="*/ 1232452 w 2080592"/>
              <a:gd name="connsiteY53" fmla="*/ 940904 h 1590261"/>
              <a:gd name="connsiteX54" fmla="*/ 1192696 w 2080592"/>
              <a:gd name="connsiteY54" fmla="*/ 954156 h 1590261"/>
              <a:gd name="connsiteX55" fmla="*/ 1179444 w 2080592"/>
              <a:gd name="connsiteY55" fmla="*/ 993913 h 1590261"/>
              <a:gd name="connsiteX56" fmla="*/ 1099931 w 2080592"/>
              <a:gd name="connsiteY56" fmla="*/ 1020417 h 1590261"/>
              <a:gd name="connsiteX57" fmla="*/ 1073426 w 2080592"/>
              <a:gd name="connsiteY57" fmla="*/ 1046922 h 1590261"/>
              <a:gd name="connsiteX58" fmla="*/ 1033670 w 2080592"/>
              <a:gd name="connsiteY58" fmla="*/ 1073426 h 1590261"/>
              <a:gd name="connsiteX59" fmla="*/ 993913 w 2080592"/>
              <a:gd name="connsiteY59" fmla="*/ 1139687 h 1590261"/>
              <a:gd name="connsiteX60" fmla="*/ 954157 w 2080592"/>
              <a:gd name="connsiteY60" fmla="*/ 1166191 h 1590261"/>
              <a:gd name="connsiteX61" fmla="*/ 927652 w 2080592"/>
              <a:gd name="connsiteY61" fmla="*/ 1192696 h 1590261"/>
              <a:gd name="connsiteX62" fmla="*/ 874644 w 2080592"/>
              <a:gd name="connsiteY62" fmla="*/ 1219200 h 1590261"/>
              <a:gd name="connsiteX63" fmla="*/ 821635 w 2080592"/>
              <a:gd name="connsiteY63" fmla="*/ 1272209 h 1590261"/>
              <a:gd name="connsiteX64" fmla="*/ 755374 w 2080592"/>
              <a:gd name="connsiteY64" fmla="*/ 1325217 h 1590261"/>
              <a:gd name="connsiteX65" fmla="*/ 715618 w 2080592"/>
              <a:gd name="connsiteY65" fmla="*/ 1351722 h 1590261"/>
              <a:gd name="connsiteX66" fmla="*/ 689113 w 2080592"/>
              <a:gd name="connsiteY66" fmla="*/ 1378226 h 1590261"/>
              <a:gd name="connsiteX67" fmla="*/ 622852 w 2080592"/>
              <a:gd name="connsiteY67" fmla="*/ 1391478 h 1590261"/>
              <a:gd name="connsiteX68" fmla="*/ 556592 w 2080592"/>
              <a:gd name="connsiteY68" fmla="*/ 1457739 h 1590261"/>
              <a:gd name="connsiteX69" fmla="*/ 490331 w 2080592"/>
              <a:gd name="connsiteY69" fmla="*/ 1510748 h 1590261"/>
              <a:gd name="connsiteX70" fmla="*/ 450574 w 2080592"/>
              <a:gd name="connsiteY70" fmla="*/ 1524000 h 1590261"/>
              <a:gd name="connsiteX71" fmla="*/ 397565 w 2080592"/>
              <a:gd name="connsiteY71" fmla="*/ 1550504 h 1590261"/>
              <a:gd name="connsiteX72" fmla="*/ 304800 w 2080592"/>
              <a:gd name="connsiteY72" fmla="*/ 1577009 h 1590261"/>
              <a:gd name="connsiteX73" fmla="*/ 265044 w 2080592"/>
              <a:gd name="connsiteY73" fmla="*/ 1590261 h 1590261"/>
              <a:gd name="connsiteX74" fmla="*/ 132522 w 2080592"/>
              <a:gd name="connsiteY74" fmla="*/ 1577009 h 1590261"/>
              <a:gd name="connsiteX75" fmla="*/ 106018 w 2080592"/>
              <a:gd name="connsiteY75" fmla="*/ 1550504 h 1590261"/>
              <a:gd name="connsiteX76" fmla="*/ 66261 w 2080592"/>
              <a:gd name="connsiteY76" fmla="*/ 1524000 h 1590261"/>
              <a:gd name="connsiteX77" fmla="*/ 39757 w 2080592"/>
              <a:gd name="connsiteY77" fmla="*/ 1484243 h 1590261"/>
              <a:gd name="connsiteX78" fmla="*/ 26505 w 2080592"/>
              <a:gd name="connsiteY78" fmla="*/ 1298713 h 1590261"/>
              <a:gd name="connsiteX79" fmla="*/ 0 w 2080592"/>
              <a:gd name="connsiteY79" fmla="*/ 1245704 h 1590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080592" h="1590261">
                <a:moveTo>
                  <a:pt x="0" y="1245704"/>
                </a:moveTo>
                <a:lnTo>
                  <a:pt x="0" y="1245704"/>
                </a:lnTo>
                <a:cubicBezTo>
                  <a:pt x="30922" y="1219200"/>
                  <a:pt x="62326" y="1193248"/>
                  <a:pt x="92765" y="1166191"/>
                </a:cubicBezTo>
                <a:cubicBezTo>
                  <a:pt x="119296" y="1142608"/>
                  <a:pt x="123197" y="1128539"/>
                  <a:pt x="159026" y="1113183"/>
                </a:cubicBezTo>
                <a:cubicBezTo>
                  <a:pt x="175767" y="1106008"/>
                  <a:pt x="194365" y="1104348"/>
                  <a:pt x="212035" y="1099930"/>
                </a:cubicBezTo>
                <a:cubicBezTo>
                  <a:pt x="225287" y="1091095"/>
                  <a:pt x="237546" y="1080549"/>
                  <a:pt x="251792" y="1073426"/>
                </a:cubicBezTo>
                <a:cubicBezTo>
                  <a:pt x="264286" y="1067179"/>
                  <a:pt x="279570" y="1067361"/>
                  <a:pt x="291548" y="1060174"/>
                </a:cubicBezTo>
                <a:cubicBezTo>
                  <a:pt x="382500" y="1005601"/>
                  <a:pt x="245187" y="1057957"/>
                  <a:pt x="357809" y="1020417"/>
                </a:cubicBezTo>
                <a:cubicBezTo>
                  <a:pt x="371061" y="1011582"/>
                  <a:pt x="385128" y="1003862"/>
                  <a:pt x="397565" y="993913"/>
                </a:cubicBezTo>
                <a:cubicBezTo>
                  <a:pt x="407321" y="986108"/>
                  <a:pt x="413356" y="973837"/>
                  <a:pt x="424070" y="967409"/>
                </a:cubicBezTo>
                <a:cubicBezTo>
                  <a:pt x="436048" y="960222"/>
                  <a:pt x="451332" y="960403"/>
                  <a:pt x="463826" y="954156"/>
                </a:cubicBezTo>
                <a:cubicBezTo>
                  <a:pt x="478072" y="947033"/>
                  <a:pt x="489754" y="935554"/>
                  <a:pt x="503583" y="927652"/>
                </a:cubicBezTo>
                <a:cubicBezTo>
                  <a:pt x="549435" y="901451"/>
                  <a:pt x="551746" y="902763"/>
                  <a:pt x="596348" y="887896"/>
                </a:cubicBezTo>
                <a:lnTo>
                  <a:pt x="649357" y="834887"/>
                </a:lnTo>
                <a:cubicBezTo>
                  <a:pt x="662609" y="821635"/>
                  <a:pt x="674478" y="806838"/>
                  <a:pt x="689113" y="795130"/>
                </a:cubicBezTo>
                <a:cubicBezTo>
                  <a:pt x="711200" y="777461"/>
                  <a:pt x="733898" y="760530"/>
                  <a:pt x="755374" y="742122"/>
                </a:cubicBezTo>
                <a:cubicBezTo>
                  <a:pt x="764861" y="733991"/>
                  <a:pt x="771483" y="722548"/>
                  <a:pt x="781879" y="715617"/>
                </a:cubicBezTo>
                <a:cubicBezTo>
                  <a:pt x="824742" y="687042"/>
                  <a:pt x="871537" y="664679"/>
                  <a:pt x="914400" y="636104"/>
                </a:cubicBezTo>
                <a:lnTo>
                  <a:pt x="993913" y="583096"/>
                </a:lnTo>
                <a:cubicBezTo>
                  <a:pt x="1002748" y="569844"/>
                  <a:pt x="1009156" y="554601"/>
                  <a:pt x="1020418" y="543339"/>
                </a:cubicBezTo>
                <a:cubicBezTo>
                  <a:pt x="1046108" y="517649"/>
                  <a:pt x="1067596" y="514361"/>
                  <a:pt x="1099931" y="503583"/>
                </a:cubicBezTo>
                <a:cubicBezTo>
                  <a:pt x="1108766" y="494748"/>
                  <a:pt x="1120007" y="487792"/>
                  <a:pt x="1126435" y="477078"/>
                </a:cubicBezTo>
                <a:cubicBezTo>
                  <a:pt x="1133622" y="465100"/>
                  <a:pt x="1128320" y="445441"/>
                  <a:pt x="1139687" y="437322"/>
                </a:cubicBezTo>
                <a:cubicBezTo>
                  <a:pt x="1162421" y="421083"/>
                  <a:pt x="1219200" y="410817"/>
                  <a:pt x="1219200" y="410817"/>
                </a:cubicBezTo>
                <a:cubicBezTo>
                  <a:pt x="1236870" y="397565"/>
                  <a:pt x="1253032" y="382019"/>
                  <a:pt x="1272209" y="371061"/>
                </a:cubicBezTo>
                <a:cubicBezTo>
                  <a:pt x="1284337" y="364131"/>
                  <a:pt x="1299987" y="364996"/>
                  <a:pt x="1311965" y="357809"/>
                </a:cubicBezTo>
                <a:cubicBezTo>
                  <a:pt x="1322679" y="351381"/>
                  <a:pt x="1327622" y="337503"/>
                  <a:pt x="1338470" y="331304"/>
                </a:cubicBezTo>
                <a:cubicBezTo>
                  <a:pt x="1359124" y="319502"/>
                  <a:pt x="1382644" y="313635"/>
                  <a:pt x="1404731" y="304800"/>
                </a:cubicBezTo>
                <a:cubicBezTo>
                  <a:pt x="1449409" y="237781"/>
                  <a:pt x="1406981" y="283796"/>
                  <a:pt x="1470992" y="251791"/>
                </a:cubicBezTo>
                <a:cubicBezTo>
                  <a:pt x="1512009" y="231283"/>
                  <a:pt x="1521743" y="209538"/>
                  <a:pt x="1563757" y="185530"/>
                </a:cubicBezTo>
                <a:cubicBezTo>
                  <a:pt x="1575885" y="178599"/>
                  <a:pt x="1590261" y="176695"/>
                  <a:pt x="1603513" y="172278"/>
                </a:cubicBezTo>
                <a:cubicBezTo>
                  <a:pt x="1666400" y="109391"/>
                  <a:pt x="1632816" y="127171"/>
                  <a:pt x="1696279" y="106017"/>
                </a:cubicBezTo>
                <a:cubicBezTo>
                  <a:pt x="1722783" y="88348"/>
                  <a:pt x="1745573" y="63083"/>
                  <a:pt x="1775792" y="53009"/>
                </a:cubicBezTo>
                <a:cubicBezTo>
                  <a:pt x="1789044" y="48591"/>
                  <a:pt x="1803054" y="46003"/>
                  <a:pt x="1815548" y="39756"/>
                </a:cubicBezTo>
                <a:cubicBezTo>
                  <a:pt x="1829794" y="32633"/>
                  <a:pt x="1840049" y="17829"/>
                  <a:pt x="1855305" y="13252"/>
                </a:cubicBezTo>
                <a:cubicBezTo>
                  <a:pt x="1885223" y="4277"/>
                  <a:pt x="1917148" y="4417"/>
                  <a:pt x="1948070" y="0"/>
                </a:cubicBezTo>
                <a:cubicBezTo>
                  <a:pt x="1970157" y="4417"/>
                  <a:pt x="1998404" y="-2675"/>
                  <a:pt x="2014331" y="13252"/>
                </a:cubicBezTo>
                <a:cubicBezTo>
                  <a:pt x="2034086" y="33007"/>
                  <a:pt x="2032000" y="66261"/>
                  <a:pt x="2040835" y="92765"/>
                </a:cubicBezTo>
                <a:cubicBezTo>
                  <a:pt x="2058038" y="144375"/>
                  <a:pt x="2044209" y="122644"/>
                  <a:pt x="2080592" y="159026"/>
                </a:cubicBezTo>
                <a:cubicBezTo>
                  <a:pt x="2076174" y="194365"/>
                  <a:pt x="2076710" y="230684"/>
                  <a:pt x="2067339" y="265043"/>
                </a:cubicBezTo>
                <a:cubicBezTo>
                  <a:pt x="2054086" y="313636"/>
                  <a:pt x="2032002" y="300381"/>
                  <a:pt x="2001079" y="331304"/>
                </a:cubicBezTo>
                <a:cubicBezTo>
                  <a:pt x="1963769" y="368614"/>
                  <a:pt x="1964919" y="386443"/>
                  <a:pt x="1934818" y="424069"/>
                </a:cubicBezTo>
                <a:cubicBezTo>
                  <a:pt x="1927013" y="433826"/>
                  <a:pt x="1916312" y="440975"/>
                  <a:pt x="1908313" y="450574"/>
                </a:cubicBezTo>
                <a:cubicBezTo>
                  <a:pt x="1894173" y="467542"/>
                  <a:pt x="1881809" y="485913"/>
                  <a:pt x="1868557" y="503583"/>
                </a:cubicBezTo>
                <a:cubicBezTo>
                  <a:pt x="1859029" y="541697"/>
                  <a:pt x="1863550" y="562246"/>
                  <a:pt x="1828800" y="583096"/>
                </a:cubicBezTo>
                <a:cubicBezTo>
                  <a:pt x="1816822" y="590283"/>
                  <a:pt x="1802296" y="591931"/>
                  <a:pt x="1789044" y="596348"/>
                </a:cubicBezTo>
                <a:cubicBezTo>
                  <a:pt x="1766957" y="618435"/>
                  <a:pt x="1747772" y="643868"/>
                  <a:pt x="1722783" y="662609"/>
                </a:cubicBezTo>
                <a:cubicBezTo>
                  <a:pt x="1687444" y="689113"/>
                  <a:pt x="1641268" y="705367"/>
                  <a:pt x="1616765" y="742122"/>
                </a:cubicBezTo>
                <a:cubicBezTo>
                  <a:pt x="1568176" y="815005"/>
                  <a:pt x="1616763" y="753168"/>
                  <a:pt x="1550505" y="808383"/>
                </a:cubicBezTo>
                <a:cubicBezTo>
                  <a:pt x="1536107" y="820381"/>
                  <a:pt x="1527131" y="839037"/>
                  <a:pt x="1510748" y="848139"/>
                </a:cubicBezTo>
                <a:cubicBezTo>
                  <a:pt x="1486326" y="861707"/>
                  <a:pt x="1457739" y="865808"/>
                  <a:pt x="1431235" y="874643"/>
                </a:cubicBezTo>
                <a:lnTo>
                  <a:pt x="1351722" y="901148"/>
                </a:lnTo>
                <a:lnTo>
                  <a:pt x="1258957" y="914400"/>
                </a:lnTo>
                <a:cubicBezTo>
                  <a:pt x="1250122" y="923235"/>
                  <a:pt x="1243166" y="934476"/>
                  <a:pt x="1232452" y="940904"/>
                </a:cubicBezTo>
                <a:cubicBezTo>
                  <a:pt x="1220474" y="948091"/>
                  <a:pt x="1202573" y="944278"/>
                  <a:pt x="1192696" y="954156"/>
                </a:cubicBezTo>
                <a:cubicBezTo>
                  <a:pt x="1182818" y="964034"/>
                  <a:pt x="1190811" y="985794"/>
                  <a:pt x="1179444" y="993913"/>
                </a:cubicBezTo>
                <a:cubicBezTo>
                  <a:pt x="1156710" y="1010152"/>
                  <a:pt x="1099931" y="1020417"/>
                  <a:pt x="1099931" y="1020417"/>
                </a:cubicBezTo>
                <a:cubicBezTo>
                  <a:pt x="1091096" y="1029252"/>
                  <a:pt x="1083183" y="1039117"/>
                  <a:pt x="1073426" y="1046922"/>
                </a:cubicBezTo>
                <a:cubicBezTo>
                  <a:pt x="1060989" y="1056871"/>
                  <a:pt x="1043619" y="1060989"/>
                  <a:pt x="1033670" y="1073426"/>
                </a:cubicBezTo>
                <a:cubicBezTo>
                  <a:pt x="967644" y="1155959"/>
                  <a:pt x="1073964" y="1075647"/>
                  <a:pt x="993913" y="1139687"/>
                </a:cubicBezTo>
                <a:cubicBezTo>
                  <a:pt x="981476" y="1149636"/>
                  <a:pt x="966594" y="1156242"/>
                  <a:pt x="954157" y="1166191"/>
                </a:cubicBezTo>
                <a:cubicBezTo>
                  <a:pt x="944400" y="1173996"/>
                  <a:pt x="938048" y="1185765"/>
                  <a:pt x="927652" y="1192696"/>
                </a:cubicBezTo>
                <a:cubicBezTo>
                  <a:pt x="911215" y="1203654"/>
                  <a:pt x="890448" y="1207347"/>
                  <a:pt x="874644" y="1219200"/>
                </a:cubicBezTo>
                <a:cubicBezTo>
                  <a:pt x="854653" y="1234193"/>
                  <a:pt x="842427" y="1258348"/>
                  <a:pt x="821635" y="1272209"/>
                </a:cubicBezTo>
                <a:cubicBezTo>
                  <a:pt x="699285" y="1353776"/>
                  <a:pt x="849779" y="1249692"/>
                  <a:pt x="755374" y="1325217"/>
                </a:cubicBezTo>
                <a:cubicBezTo>
                  <a:pt x="742937" y="1335167"/>
                  <a:pt x="728055" y="1341772"/>
                  <a:pt x="715618" y="1351722"/>
                </a:cubicBezTo>
                <a:cubicBezTo>
                  <a:pt x="705862" y="1359527"/>
                  <a:pt x="700597" y="1373304"/>
                  <a:pt x="689113" y="1378226"/>
                </a:cubicBezTo>
                <a:cubicBezTo>
                  <a:pt x="668410" y="1387099"/>
                  <a:pt x="644939" y="1387061"/>
                  <a:pt x="622852" y="1391478"/>
                </a:cubicBezTo>
                <a:cubicBezTo>
                  <a:pt x="577418" y="1459631"/>
                  <a:pt x="619695" y="1407257"/>
                  <a:pt x="556592" y="1457739"/>
                </a:cubicBezTo>
                <a:cubicBezTo>
                  <a:pt x="515509" y="1490605"/>
                  <a:pt x="544710" y="1483558"/>
                  <a:pt x="490331" y="1510748"/>
                </a:cubicBezTo>
                <a:cubicBezTo>
                  <a:pt x="477837" y="1516995"/>
                  <a:pt x="463414" y="1518497"/>
                  <a:pt x="450574" y="1524000"/>
                </a:cubicBezTo>
                <a:cubicBezTo>
                  <a:pt x="432416" y="1531782"/>
                  <a:pt x="415723" y="1542722"/>
                  <a:pt x="397565" y="1550504"/>
                </a:cubicBezTo>
                <a:cubicBezTo>
                  <a:pt x="365794" y="1564120"/>
                  <a:pt x="338420" y="1567403"/>
                  <a:pt x="304800" y="1577009"/>
                </a:cubicBezTo>
                <a:cubicBezTo>
                  <a:pt x="291369" y="1580847"/>
                  <a:pt x="278296" y="1585844"/>
                  <a:pt x="265044" y="1590261"/>
                </a:cubicBezTo>
                <a:cubicBezTo>
                  <a:pt x="220870" y="1585844"/>
                  <a:pt x="175591" y="1587776"/>
                  <a:pt x="132522" y="1577009"/>
                </a:cubicBezTo>
                <a:cubicBezTo>
                  <a:pt x="120401" y="1573979"/>
                  <a:pt x="115774" y="1558309"/>
                  <a:pt x="106018" y="1550504"/>
                </a:cubicBezTo>
                <a:cubicBezTo>
                  <a:pt x="93581" y="1540554"/>
                  <a:pt x="79513" y="1532835"/>
                  <a:pt x="66261" y="1524000"/>
                </a:cubicBezTo>
                <a:cubicBezTo>
                  <a:pt x="57426" y="1510748"/>
                  <a:pt x="46880" y="1498489"/>
                  <a:pt x="39757" y="1484243"/>
                </a:cubicBezTo>
                <a:cubicBezTo>
                  <a:pt x="11139" y="1427006"/>
                  <a:pt x="26505" y="1358909"/>
                  <a:pt x="26505" y="1298713"/>
                </a:cubicBezTo>
                <a:lnTo>
                  <a:pt x="0" y="1245704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Freeform 107"/>
          <p:cNvSpPr/>
          <p:nvPr/>
        </p:nvSpPr>
        <p:spPr>
          <a:xfrm rot="2224855">
            <a:off x="16162947" y="-3802732"/>
            <a:ext cx="351720" cy="73831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Freeform 108"/>
          <p:cNvSpPr/>
          <p:nvPr/>
        </p:nvSpPr>
        <p:spPr>
          <a:xfrm rot="8169963" flipV="1">
            <a:off x="14379645" y="-4032430"/>
            <a:ext cx="435195" cy="625393"/>
          </a:xfrm>
          <a:custGeom>
            <a:avLst/>
            <a:gdLst>
              <a:gd name="connsiteX0" fmla="*/ 0 w 2080592"/>
              <a:gd name="connsiteY0" fmla="*/ 1245704 h 1590261"/>
              <a:gd name="connsiteX1" fmla="*/ 0 w 2080592"/>
              <a:gd name="connsiteY1" fmla="*/ 1245704 h 1590261"/>
              <a:gd name="connsiteX2" fmla="*/ 92765 w 2080592"/>
              <a:gd name="connsiteY2" fmla="*/ 1166191 h 1590261"/>
              <a:gd name="connsiteX3" fmla="*/ 159026 w 2080592"/>
              <a:gd name="connsiteY3" fmla="*/ 1113183 h 1590261"/>
              <a:gd name="connsiteX4" fmla="*/ 212035 w 2080592"/>
              <a:gd name="connsiteY4" fmla="*/ 1099930 h 1590261"/>
              <a:gd name="connsiteX5" fmla="*/ 251792 w 2080592"/>
              <a:gd name="connsiteY5" fmla="*/ 1073426 h 1590261"/>
              <a:gd name="connsiteX6" fmla="*/ 291548 w 2080592"/>
              <a:gd name="connsiteY6" fmla="*/ 1060174 h 1590261"/>
              <a:gd name="connsiteX7" fmla="*/ 357809 w 2080592"/>
              <a:gd name="connsiteY7" fmla="*/ 1020417 h 1590261"/>
              <a:gd name="connsiteX8" fmla="*/ 397565 w 2080592"/>
              <a:gd name="connsiteY8" fmla="*/ 993913 h 1590261"/>
              <a:gd name="connsiteX9" fmla="*/ 424070 w 2080592"/>
              <a:gd name="connsiteY9" fmla="*/ 967409 h 1590261"/>
              <a:gd name="connsiteX10" fmla="*/ 463826 w 2080592"/>
              <a:gd name="connsiteY10" fmla="*/ 954156 h 1590261"/>
              <a:gd name="connsiteX11" fmla="*/ 503583 w 2080592"/>
              <a:gd name="connsiteY11" fmla="*/ 927652 h 1590261"/>
              <a:gd name="connsiteX12" fmla="*/ 596348 w 2080592"/>
              <a:gd name="connsiteY12" fmla="*/ 887896 h 1590261"/>
              <a:gd name="connsiteX13" fmla="*/ 649357 w 2080592"/>
              <a:gd name="connsiteY13" fmla="*/ 834887 h 1590261"/>
              <a:gd name="connsiteX14" fmla="*/ 689113 w 2080592"/>
              <a:gd name="connsiteY14" fmla="*/ 795130 h 1590261"/>
              <a:gd name="connsiteX15" fmla="*/ 755374 w 2080592"/>
              <a:gd name="connsiteY15" fmla="*/ 742122 h 1590261"/>
              <a:gd name="connsiteX16" fmla="*/ 781879 w 2080592"/>
              <a:gd name="connsiteY16" fmla="*/ 715617 h 1590261"/>
              <a:gd name="connsiteX17" fmla="*/ 914400 w 2080592"/>
              <a:gd name="connsiteY17" fmla="*/ 636104 h 1590261"/>
              <a:gd name="connsiteX18" fmla="*/ 993913 w 2080592"/>
              <a:gd name="connsiteY18" fmla="*/ 583096 h 1590261"/>
              <a:gd name="connsiteX19" fmla="*/ 1020418 w 2080592"/>
              <a:gd name="connsiteY19" fmla="*/ 543339 h 1590261"/>
              <a:gd name="connsiteX20" fmla="*/ 1099931 w 2080592"/>
              <a:gd name="connsiteY20" fmla="*/ 503583 h 1590261"/>
              <a:gd name="connsiteX21" fmla="*/ 1126435 w 2080592"/>
              <a:gd name="connsiteY21" fmla="*/ 477078 h 1590261"/>
              <a:gd name="connsiteX22" fmla="*/ 1139687 w 2080592"/>
              <a:gd name="connsiteY22" fmla="*/ 437322 h 1590261"/>
              <a:gd name="connsiteX23" fmla="*/ 1219200 w 2080592"/>
              <a:gd name="connsiteY23" fmla="*/ 410817 h 1590261"/>
              <a:gd name="connsiteX24" fmla="*/ 1272209 w 2080592"/>
              <a:gd name="connsiteY24" fmla="*/ 371061 h 1590261"/>
              <a:gd name="connsiteX25" fmla="*/ 1311965 w 2080592"/>
              <a:gd name="connsiteY25" fmla="*/ 357809 h 1590261"/>
              <a:gd name="connsiteX26" fmla="*/ 1338470 w 2080592"/>
              <a:gd name="connsiteY26" fmla="*/ 331304 h 1590261"/>
              <a:gd name="connsiteX27" fmla="*/ 1404731 w 2080592"/>
              <a:gd name="connsiteY27" fmla="*/ 304800 h 1590261"/>
              <a:gd name="connsiteX28" fmla="*/ 1470992 w 2080592"/>
              <a:gd name="connsiteY28" fmla="*/ 251791 h 1590261"/>
              <a:gd name="connsiteX29" fmla="*/ 1563757 w 2080592"/>
              <a:gd name="connsiteY29" fmla="*/ 185530 h 1590261"/>
              <a:gd name="connsiteX30" fmla="*/ 1603513 w 2080592"/>
              <a:gd name="connsiteY30" fmla="*/ 172278 h 1590261"/>
              <a:gd name="connsiteX31" fmla="*/ 1696279 w 2080592"/>
              <a:gd name="connsiteY31" fmla="*/ 106017 h 1590261"/>
              <a:gd name="connsiteX32" fmla="*/ 1775792 w 2080592"/>
              <a:gd name="connsiteY32" fmla="*/ 53009 h 1590261"/>
              <a:gd name="connsiteX33" fmla="*/ 1815548 w 2080592"/>
              <a:gd name="connsiteY33" fmla="*/ 39756 h 1590261"/>
              <a:gd name="connsiteX34" fmla="*/ 1855305 w 2080592"/>
              <a:gd name="connsiteY34" fmla="*/ 13252 h 1590261"/>
              <a:gd name="connsiteX35" fmla="*/ 1948070 w 2080592"/>
              <a:gd name="connsiteY35" fmla="*/ 0 h 1590261"/>
              <a:gd name="connsiteX36" fmla="*/ 2014331 w 2080592"/>
              <a:gd name="connsiteY36" fmla="*/ 13252 h 1590261"/>
              <a:gd name="connsiteX37" fmla="*/ 2040835 w 2080592"/>
              <a:gd name="connsiteY37" fmla="*/ 92765 h 1590261"/>
              <a:gd name="connsiteX38" fmla="*/ 2080592 w 2080592"/>
              <a:gd name="connsiteY38" fmla="*/ 159026 h 1590261"/>
              <a:gd name="connsiteX39" fmla="*/ 2067339 w 2080592"/>
              <a:gd name="connsiteY39" fmla="*/ 265043 h 1590261"/>
              <a:gd name="connsiteX40" fmla="*/ 2001079 w 2080592"/>
              <a:gd name="connsiteY40" fmla="*/ 331304 h 1590261"/>
              <a:gd name="connsiteX41" fmla="*/ 1934818 w 2080592"/>
              <a:gd name="connsiteY41" fmla="*/ 424069 h 1590261"/>
              <a:gd name="connsiteX42" fmla="*/ 1908313 w 2080592"/>
              <a:gd name="connsiteY42" fmla="*/ 450574 h 1590261"/>
              <a:gd name="connsiteX43" fmla="*/ 1868557 w 2080592"/>
              <a:gd name="connsiteY43" fmla="*/ 503583 h 1590261"/>
              <a:gd name="connsiteX44" fmla="*/ 1828800 w 2080592"/>
              <a:gd name="connsiteY44" fmla="*/ 583096 h 1590261"/>
              <a:gd name="connsiteX45" fmla="*/ 1789044 w 2080592"/>
              <a:gd name="connsiteY45" fmla="*/ 596348 h 1590261"/>
              <a:gd name="connsiteX46" fmla="*/ 1722783 w 2080592"/>
              <a:gd name="connsiteY46" fmla="*/ 662609 h 1590261"/>
              <a:gd name="connsiteX47" fmla="*/ 1616765 w 2080592"/>
              <a:gd name="connsiteY47" fmla="*/ 742122 h 1590261"/>
              <a:gd name="connsiteX48" fmla="*/ 1550505 w 2080592"/>
              <a:gd name="connsiteY48" fmla="*/ 808383 h 1590261"/>
              <a:gd name="connsiteX49" fmla="*/ 1510748 w 2080592"/>
              <a:gd name="connsiteY49" fmla="*/ 848139 h 1590261"/>
              <a:gd name="connsiteX50" fmla="*/ 1431235 w 2080592"/>
              <a:gd name="connsiteY50" fmla="*/ 874643 h 1590261"/>
              <a:gd name="connsiteX51" fmla="*/ 1351722 w 2080592"/>
              <a:gd name="connsiteY51" fmla="*/ 901148 h 1590261"/>
              <a:gd name="connsiteX52" fmla="*/ 1258957 w 2080592"/>
              <a:gd name="connsiteY52" fmla="*/ 914400 h 1590261"/>
              <a:gd name="connsiteX53" fmla="*/ 1232452 w 2080592"/>
              <a:gd name="connsiteY53" fmla="*/ 940904 h 1590261"/>
              <a:gd name="connsiteX54" fmla="*/ 1192696 w 2080592"/>
              <a:gd name="connsiteY54" fmla="*/ 954156 h 1590261"/>
              <a:gd name="connsiteX55" fmla="*/ 1179444 w 2080592"/>
              <a:gd name="connsiteY55" fmla="*/ 993913 h 1590261"/>
              <a:gd name="connsiteX56" fmla="*/ 1099931 w 2080592"/>
              <a:gd name="connsiteY56" fmla="*/ 1020417 h 1590261"/>
              <a:gd name="connsiteX57" fmla="*/ 1073426 w 2080592"/>
              <a:gd name="connsiteY57" fmla="*/ 1046922 h 1590261"/>
              <a:gd name="connsiteX58" fmla="*/ 1033670 w 2080592"/>
              <a:gd name="connsiteY58" fmla="*/ 1073426 h 1590261"/>
              <a:gd name="connsiteX59" fmla="*/ 993913 w 2080592"/>
              <a:gd name="connsiteY59" fmla="*/ 1139687 h 1590261"/>
              <a:gd name="connsiteX60" fmla="*/ 954157 w 2080592"/>
              <a:gd name="connsiteY60" fmla="*/ 1166191 h 1590261"/>
              <a:gd name="connsiteX61" fmla="*/ 927652 w 2080592"/>
              <a:gd name="connsiteY61" fmla="*/ 1192696 h 1590261"/>
              <a:gd name="connsiteX62" fmla="*/ 874644 w 2080592"/>
              <a:gd name="connsiteY62" fmla="*/ 1219200 h 1590261"/>
              <a:gd name="connsiteX63" fmla="*/ 821635 w 2080592"/>
              <a:gd name="connsiteY63" fmla="*/ 1272209 h 1590261"/>
              <a:gd name="connsiteX64" fmla="*/ 755374 w 2080592"/>
              <a:gd name="connsiteY64" fmla="*/ 1325217 h 1590261"/>
              <a:gd name="connsiteX65" fmla="*/ 715618 w 2080592"/>
              <a:gd name="connsiteY65" fmla="*/ 1351722 h 1590261"/>
              <a:gd name="connsiteX66" fmla="*/ 689113 w 2080592"/>
              <a:gd name="connsiteY66" fmla="*/ 1378226 h 1590261"/>
              <a:gd name="connsiteX67" fmla="*/ 622852 w 2080592"/>
              <a:gd name="connsiteY67" fmla="*/ 1391478 h 1590261"/>
              <a:gd name="connsiteX68" fmla="*/ 556592 w 2080592"/>
              <a:gd name="connsiteY68" fmla="*/ 1457739 h 1590261"/>
              <a:gd name="connsiteX69" fmla="*/ 490331 w 2080592"/>
              <a:gd name="connsiteY69" fmla="*/ 1510748 h 1590261"/>
              <a:gd name="connsiteX70" fmla="*/ 450574 w 2080592"/>
              <a:gd name="connsiteY70" fmla="*/ 1524000 h 1590261"/>
              <a:gd name="connsiteX71" fmla="*/ 397565 w 2080592"/>
              <a:gd name="connsiteY71" fmla="*/ 1550504 h 1590261"/>
              <a:gd name="connsiteX72" fmla="*/ 304800 w 2080592"/>
              <a:gd name="connsiteY72" fmla="*/ 1577009 h 1590261"/>
              <a:gd name="connsiteX73" fmla="*/ 265044 w 2080592"/>
              <a:gd name="connsiteY73" fmla="*/ 1590261 h 1590261"/>
              <a:gd name="connsiteX74" fmla="*/ 132522 w 2080592"/>
              <a:gd name="connsiteY74" fmla="*/ 1577009 h 1590261"/>
              <a:gd name="connsiteX75" fmla="*/ 106018 w 2080592"/>
              <a:gd name="connsiteY75" fmla="*/ 1550504 h 1590261"/>
              <a:gd name="connsiteX76" fmla="*/ 66261 w 2080592"/>
              <a:gd name="connsiteY76" fmla="*/ 1524000 h 1590261"/>
              <a:gd name="connsiteX77" fmla="*/ 39757 w 2080592"/>
              <a:gd name="connsiteY77" fmla="*/ 1484243 h 1590261"/>
              <a:gd name="connsiteX78" fmla="*/ 26505 w 2080592"/>
              <a:gd name="connsiteY78" fmla="*/ 1298713 h 1590261"/>
              <a:gd name="connsiteX79" fmla="*/ 0 w 2080592"/>
              <a:gd name="connsiteY79" fmla="*/ 1245704 h 1590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080592" h="1590261">
                <a:moveTo>
                  <a:pt x="0" y="1245704"/>
                </a:moveTo>
                <a:lnTo>
                  <a:pt x="0" y="1245704"/>
                </a:lnTo>
                <a:cubicBezTo>
                  <a:pt x="30922" y="1219200"/>
                  <a:pt x="62326" y="1193248"/>
                  <a:pt x="92765" y="1166191"/>
                </a:cubicBezTo>
                <a:cubicBezTo>
                  <a:pt x="119296" y="1142608"/>
                  <a:pt x="123197" y="1128539"/>
                  <a:pt x="159026" y="1113183"/>
                </a:cubicBezTo>
                <a:cubicBezTo>
                  <a:pt x="175767" y="1106008"/>
                  <a:pt x="194365" y="1104348"/>
                  <a:pt x="212035" y="1099930"/>
                </a:cubicBezTo>
                <a:cubicBezTo>
                  <a:pt x="225287" y="1091095"/>
                  <a:pt x="237546" y="1080549"/>
                  <a:pt x="251792" y="1073426"/>
                </a:cubicBezTo>
                <a:cubicBezTo>
                  <a:pt x="264286" y="1067179"/>
                  <a:pt x="279570" y="1067361"/>
                  <a:pt x="291548" y="1060174"/>
                </a:cubicBezTo>
                <a:cubicBezTo>
                  <a:pt x="382500" y="1005601"/>
                  <a:pt x="245187" y="1057957"/>
                  <a:pt x="357809" y="1020417"/>
                </a:cubicBezTo>
                <a:cubicBezTo>
                  <a:pt x="371061" y="1011582"/>
                  <a:pt x="385128" y="1003862"/>
                  <a:pt x="397565" y="993913"/>
                </a:cubicBezTo>
                <a:cubicBezTo>
                  <a:pt x="407321" y="986108"/>
                  <a:pt x="413356" y="973837"/>
                  <a:pt x="424070" y="967409"/>
                </a:cubicBezTo>
                <a:cubicBezTo>
                  <a:pt x="436048" y="960222"/>
                  <a:pt x="451332" y="960403"/>
                  <a:pt x="463826" y="954156"/>
                </a:cubicBezTo>
                <a:cubicBezTo>
                  <a:pt x="478072" y="947033"/>
                  <a:pt x="489754" y="935554"/>
                  <a:pt x="503583" y="927652"/>
                </a:cubicBezTo>
                <a:cubicBezTo>
                  <a:pt x="549435" y="901451"/>
                  <a:pt x="551746" y="902763"/>
                  <a:pt x="596348" y="887896"/>
                </a:cubicBezTo>
                <a:lnTo>
                  <a:pt x="649357" y="834887"/>
                </a:lnTo>
                <a:cubicBezTo>
                  <a:pt x="662609" y="821635"/>
                  <a:pt x="674478" y="806838"/>
                  <a:pt x="689113" y="795130"/>
                </a:cubicBezTo>
                <a:cubicBezTo>
                  <a:pt x="711200" y="777461"/>
                  <a:pt x="733898" y="760530"/>
                  <a:pt x="755374" y="742122"/>
                </a:cubicBezTo>
                <a:cubicBezTo>
                  <a:pt x="764861" y="733991"/>
                  <a:pt x="771483" y="722548"/>
                  <a:pt x="781879" y="715617"/>
                </a:cubicBezTo>
                <a:cubicBezTo>
                  <a:pt x="824742" y="687042"/>
                  <a:pt x="871537" y="664679"/>
                  <a:pt x="914400" y="636104"/>
                </a:cubicBezTo>
                <a:lnTo>
                  <a:pt x="993913" y="583096"/>
                </a:lnTo>
                <a:cubicBezTo>
                  <a:pt x="1002748" y="569844"/>
                  <a:pt x="1009156" y="554601"/>
                  <a:pt x="1020418" y="543339"/>
                </a:cubicBezTo>
                <a:cubicBezTo>
                  <a:pt x="1046108" y="517649"/>
                  <a:pt x="1067596" y="514361"/>
                  <a:pt x="1099931" y="503583"/>
                </a:cubicBezTo>
                <a:cubicBezTo>
                  <a:pt x="1108766" y="494748"/>
                  <a:pt x="1120007" y="487792"/>
                  <a:pt x="1126435" y="477078"/>
                </a:cubicBezTo>
                <a:cubicBezTo>
                  <a:pt x="1133622" y="465100"/>
                  <a:pt x="1128320" y="445441"/>
                  <a:pt x="1139687" y="437322"/>
                </a:cubicBezTo>
                <a:cubicBezTo>
                  <a:pt x="1162421" y="421083"/>
                  <a:pt x="1219200" y="410817"/>
                  <a:pt x="1219200" y="410817"/>
                </a:cubicBezTo>
                <a:cubicBezTo>
                  <a:pt x="1236870" y="397565"/>
                  <a:pt x="1253032" y="382019"/>
                  <a:pt x="1272209" y="371061"/>
                </a:cubicBezTo>
                <a:cubicBezTo>
                  <a:pt x="1284337" y="364131"/>
                  <a:pt x="1299987" y="364996"/>
                  <a:pt x="1311965" y="357809"/>
                </a:cubicBezTo>
                <a:cubicBezTo>
                  <a:pt x="1322679" y="351381"/>
                  <a:pt x="1327622" y="337503"/>
                  <a:pt x="1338470" y="331304"/>
                </a:cubicBezTo>
                <a:cubicBezTo>
                  <a:pt x="1359124" y="319502"/>
                  <a:pt x="1382644" y="313635"/>
                  <a:pt x="1404731" y="304800"/>
                </a:cubicBezTo>
                <a:cubicBezTo>
                  <a:pt x="1449409" y="237781"/>
                  <a:pt x="1406981" y="283796"/>
                  <a:pt x="1470992" y="251791"/>
                </a:cubicBezTo>
                <a:cubicBezTo>
                  <a:pt x="1512009" y="231283"/>
                  <a:pt x="1521743" y="209538"/>
                  <a:pt x="1563757" y="185530"/>
                </a:cubicBezTo>
                <a:cubicBezTo>
                  <a:pt x="1575885" y="178599"/>
                  <a:pt x="1590261" y="176695"/>
                  <a:pt x="1603513" y="172278"/>
                </a:cubicBezTo>
                <a:cubicBezTo>
                  <a:pt x="1666400" y="109391"/>
                  <a:pt x="1632816" y="127171"/>
                  <a:pt x="1696279" y="106017"/>
                </a:cubicBezTo>
                <a:cubicBezTo>
                  <a:pt x="1722783" y="88348"/>
                  <a:pt x="1745573" y="63083"/>
                  <a:pt x="1775792" y="53009"/>
                </a:cubicBezTo>
                <a:cubicBezTo>
                  <a:pt x="1789044" y="48591"/>
                  <a:pt x="1803054" y="46003"/>
                  <a:pt x="1815548" y="39756"/>
                </a:cubicBezTo>
                <a:cubicBezTo>
                  <a:pt x="1829794" y="32633"/>
                  <a:pt x="1840049" y="17829"/>
                  <a:pt x="1855305" y="13252"/>
                </a:cubicBezTo>
                <a:cubicBezTo>
                  <a:pt x="1885223" y="4277"/>
                  <a:pt x="1917148" y="4417"/>
                  <a:pt x="1948070" y="0"/>
                </a:cubicBezTo>
                <a:cubicBezTo>
                  <a:pt x="1970157" y="4417"/>
                  <a:pt x="1998404" y="-2675"/>
                  <a:pt x="2014331" y="13252"/>
                </a:cubicBezTo>
                <a:cubicBezTo>
                  <a:pt x="2034086" y="33007"/>
                  <a:pt x="2032000" y="66261"/>
                  <a:pt x="2040835" y="92765"/>
                </a:cubicBezTo>
                <a:cubicBezTo>
                  <a:pt x="2058038" y="144375"/>
                  <a:pt x="2044209" y="122644"/>
                  <a:pt x="2080592" y="159026"/>
                </a:cubicBezTo>
                <a:cubicBezTo>
                  <a:pt x="2076174" y="194365"/>
                  <a:pt x="2076710" y="230684"/>
                  <a:pt x="2067339" y="265043"/>
                </a:cubicBezTo>
                <a:cubicBezTo>
                  <a:pt x="2054086" y="313636"/>
                  <a:pt x="2032002" y="300381"/>
                  <a:pt x="2001079" y="331304"/>
                </a:cubicBezTo>
                <a:cubicBezTo>
                  <a:pt x="1963769" y="368614"/>
                  <a:pt x="1964919" y="386443"/>
                  <a:pt x="1934818" y="424069"/>
                </a:cubicBezTo>
                <a:cubicBezTo>
                  <a:pt x="1927013" y="433826"/>
                  <a:pt x="1916312" y="440975"/>
                  <a:pt x="1908313" y="450574"/>
                </a:cubicBezTo>
                <a:cubicBezTo>
                  <a:pt x="1894173" y="467542"/>
                  <a:pt x="1881809" y="485913"/>
                  <a:pt x="1868557" y="503583"/>
                </a:cubicBezTo>
                <a:cubicBezTo>
                  <a:pt x="1859029" y="541697"/>
                  <a:pt x="1863550" y="562246"/>
                  <a:pt x="1828800" y="583096"/>
                </a:cubicBezTo>
                <a:cubicBezTo>
                  <a:pt x="1816822" y="590283"/>
                  <a:pt x="1802296" y="591931"/>
                  <a:pt x="1789044" y="596348"/>
                </a:cubicBezTo>
                <a:cubicBezTo>
                  <a:pt x="1766957" y="618435"/>
                  <a:pt x="1747772" y="643868"/>
                  <a:pt x="1722783" y="662609"/>
                </a:cubicBezTo>
                <a:cubicBezTo>
                  <a:pt x="1687444" y="689113"/>
                  <a:pt x="1641268" y="705367"/>
                  <a:pt x="1616765" y="742122"/>
                </a:cubicBezTo>
                <a:cubicBezTo>
                  <a:pt x="1568176" y="815005"/>
                  <a:pt x="1616763" y="753168"/>
                  <a:pt x="1550505" y="808383"/>
                </a:cubicBezTo>
                <a:cubicBezTo>
                  <a:pt x="1536107" y="820381"/>
                  <a:pt x="1527131" y="839037"/>
                  <a:pt x="1510748" y="848139"/>
                </a:cubicBezTo>
                <a:cubicBezTo>
                  <a:pt x="1486326" y="861707"/>
                  <a:pt x="1457739" y="865808"/>
                  <a:pt x="1431235" y="874643"/>
                </a:cubicBezTo>
                <a:lnTo>
                  <a:pt x="1351722" y="901148"/>
                </a:lnTo>
                <a:lnTo>
                  <a:pt x="1258957" y="914400"/>
                </a:lnTo>
                <a:cubicBezTo>
                  <a:pt x="1250122" y="923235"/>
                  <a:pt x="1243166" y="934476"/>
                  <a:pt x="1232452" y="940904"/>
                </a:cubicBezTo>
                <a:cubicBezTo>
                  <a:pt x="1220474" y="948091"/>
                  <a:pt x="1202573" y="944278"/>
                  <a:pt x="1192696" y="954156"/>
                </a:cubicBezTo>
                <a:cubicBezTo>
                  <a:pt x="1182818" y="964034"/>
                  <a:pt x="1190811" y="985794"/>
                  <a:pt x="1179444" y="993913"/>
                </a:cubicBezTo>
                <a:cubicBezTo>
                  <a:pt x="1156710" y="1010152"/>
                  <a:pt x="1099931" y="1020417"/>
                  <a:pt x="1099931" y="1020417"/>
                </a:cubicBezTo>
                <a:cubicBezTo>
                  <a:pt x="1091096" y="1029252"/>
                  <a:pt x="1083183" y="1039117"/>
                  <a:pt x="1073426" y="1046922"/>
                </a:cubicBezTo>
                <a:cubicBezTo>
                  <a:pt x="1060989" y="1056871"/>
                  <a:pt x="1043619" y="1060989"/>
                  <a:pt x="1033670" y="1073426"/>
                </a:cubicBezTo>
                <a:cubicBezTo>
                  <a:pt x="967644" y="1155959"/>
                  <a:pt x="1073964" y="1075647"/>
                  <a:pt x="993913" y="1139687"/>
                </a:cubicBezTo>
                <a:cubicBezTo>
                  <a:pt x="981476" y="1149636"/>
                  <a:pt x="966594" y="1156242"/>
                  <a:pt x="954157" y="1166191"/>
                </a:cubicBezTo>
                <a:cubicBezTo>
                  <a:pt x="944400" y="1173996"/>
                  <a:pt x="938048" y="1185765"/>
                  <a:pt x="927652" y="1192696"/>
                </a:cubicBezTo>
                <a:cubicBezTo>
                  <a:pt x="911215" y="1203654"/>
                  <a:pt x="890448" y="1207347"/>
                  <a:pt x="874644" y="1219200"/>
                </a:cubicBezTo>
                <a:cubicBezTo>
                  <a:pt x="854653" y="1234193"/>
                  <a:pt x="842427" y="1258348"/>
                  <a:pt x="821635" y="1272209"/>
                </a:cubicBezTo>
                <a:cubicBezTo>
                  <a:pt x="699285" y="1353776"/>
                  <a:pt x="849779" y="1249692"/>
                  <a:pt x="755374" y="1325217"/>
                </a:cubicBezTo>
                <a:cubicBezTo>
                  <a:pt x="742937" y="1335167"/>
                  <a:pt x="728055" y="1341772"/>
                  <a:pt x="715618" y="1351722"/>
                </a:cubicBezTo>
                <a:cubicBezTo>
                  <a:pt x="705862" y="1359527"/>
                  <a:pt x="700597" y="1373304"/>
                  <a:pt x="689113" y="1378226"/>
                </a:cubicBezTo>
                <a:cubicBezTo>
                  <a:pt x="668410" y="1387099"/>
                  <a:pt x="644939" y="1387061"/>
                  <a:pt x="622852" y="1391478"/>
                </a:cubicBezTo>
                <a:cubicBezTo>
                  <a:pt x="577418" y="1459631"/>
                  <a:pt x="619695" y="1407257"/>
                  <a:pt x="556592" y="1457739"/>
                </a:cubicBezTo>
                <a:cubicBezTo>
                  <a:pt x="515509" y="1490605"/>
                  <a:pt x="544710" y="1483558"/>
                  <a:pt x="490331" y="1510748"/>
                </a:cubicBezTo>
                <a:cubicBezTo>
                  <a:pt x="477837" y="1516995"/>
                  <a:pt x="463414" y="1518497"/>
                  <a:pt x="450574" y="1524000"/>
                </a:cubicBezTo>
                <a:cubicBezTo>
                  <a:pt x="432416" y="1531782"/>
                  <a:pt x="415723" y="1542722"/>
                  <a:pt x="397565" y="1550504"/>
                </a:cubicBezTo>
                <a:cubicBezTo>
                  <a:pt x="365794" y="1564120"/>
                  <a:pt x="338420" y="1567403"/>
                  <a:pt x="304800" y="1577009"/>
                </a:cubicBezTo>
                <a:cubicBezTo>
                  <a:pt x="291369" y="1580847"/>
                  <a:pt x="278296" y="1585844"/>
                  <a:pt x="265044" y="1590261"/>
                </a:cubicBezTo>
                <a:cubicBezTo>
                  <a:pt x="220870" y="1585844"/>
                  <a:pt x="175591" y="1587776"/>
                  <a:pt x="132522" y="1577009"/>
                </a:cubicBezTo>
                <a:cubicBezTo>
                  <a:pt x="120401" y="1573979"/>
                  <a:pt x="115774" y="1558309"/>
                  <a:pt x="106018" y="1550504"/>
                </a:cubicBezTo>
                <a:cubicBezTo>
                  <a:pt x="93581" y="1540554"/>
                  <a:pt x="79513" y="1532835"/>
                  <a:pt x="66261" y="1524000"/>
                </a:cubicBezTo>
                <a:cubicBezTo>
                  <a:pt x="57426" y="1510748"/>
                  <a:pt x="46880" y="1498489"/>
                  <a:pt x="39757" y="1484243"/>
                </a:cubicBezTo>
                <a:cubicBezTo>
                  <a:pt x="11139" y="1427006"/>
                  <a:pt x="26505" y="1358909"/>
                  <a:pt x="26505" y="1298713"/>
                </a:cubicBezTo>
                <a:lnTo>
                  <a:pt x="0" y="1245704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Freeform 109"/>
          <p:cNvSpPr/>
          <p:nvPr/>
        </p:nvSpPr>
        <p:spPr>
          <a:xfrm rot="544309">
            <a:off x="15781818" y="-4391721"/>
            <a:ext cx="351720" cy="73831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1" name="Straight Connector 110"/>
          <p:cNvCxnSpPr/>
          <p:nvPr/>
        </p:nvCxnSpPr>
        <p:spPr>
          <a:xfrm flipH="1">
            <a:off x="15430020" y="-2333643"/>
            <a:ext cx="6227" cy="14583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Freeform 111"/>
          <p:cNvSpPr/>
          <p:nvPr/>
        </p:nvSpPr>
        <p:spPr>
          <a:xfrm>
            <a:off x="14545562" y="-3924655"/>
            <a:ext cx="1773535" cy="1676718"/>
          </a:xfrm>
          <a:custGeom>
            <a:avLst/>
            <a:gdLst>
              <a:gd name="connsiteX0" fmla="*/ 236966 w 1883055"/>
              <a:gd name="connsiteY0" fmla="*/ 169683 h 1676718"/>
              <a:gd name="connsiteX1" fmla="*/ 236966 w 1883055"/>
              <a:gd name="connsiteY1" fmla="*/ 169683 h 1676718"/>
              <a:gd name="connsiteX2" fmla="*/ 227539 w 1883055"/>
              <a:gd name="connsiteY2" fmla="*/ 263951 h 1676718"/>
              <a:gd name="connsiteX3" fmla="*/ 208685 w 1883055"/>
              <a:gd name="connsiteY3" fmla="*/ 301658 h 1676718"/>
              <a:gd name="connsiteX4" fmla="*/ 199258 w 1883055"/>
              <a:gd name="connsiteY4" fmla="*/ 329938 h 1676718"/>
              <a:gd name="connsiteX5" fmla="*/ 180405 w 1883055"/>
              <a:gd name="connsiteY5" fmla="*/ 358219 h 1676718"/>
              <a:gd name="connsiteX6" fmla="*/ 152124 w 1883055"/>
              <a:gd name="connsiteY6" fmla="*/ 414779 h 1676718"/>
              <a:gd name="connsiteX7" fmla="*/ 142698 w 1883055"/>
              <a:gd name="connsiteY7" fmla="*/ 443060 h 1676718"/>
              <a:gd name="connsiteX8" fmla="*/ 95564 w 1883055"/>
              <a:gd name="connsiteY8" fmla="*/ 499621 h 1676718"/>
              <a:gd name="connsiteX9" fmla="*/ 57856 w 1883055"/>
              <a:gd name="connsiteY9" fmla="*/ 584462 h 1676718"/>
              <a:gd name="connsiteX10" fmla="*/ 57856 w 1883055"/>
              <a:gd name="connsiteY10" fmla="*/ 1583703 h 1676718"/>
              <a:gd name="connsiteX11" fmla="*/ 86137 w 1883055"/>
              <a:gd name="connsiteY11" fmla="*/ 1611984 h 1676718"/>
              <a:gd name="connsiteX12" fmla="*/ 114417 w 1883055"/>
              <a:gd name="connsiteY12" fmla="*/ 1630837 h 1676718"/>
              <a:gd name="connsiteX13" fmla="*/ 566904 w 1883055"/>
              <a:gd name="connsiteY13" fmla="*/ 1621410 h 1676718"/>
              <a:gd name="connsiteX14" fmla="*/ 595184 w 1883055"/>
              <a:gd name="connsiteY14" fmla="*/ 1611984 h 1676718"/>
              <a:gd name="connsiteX15" fmla="*/ 783720 w 1883055"/>
              <a:gd name="connsiteY15" fmla="*/ 1621410 h 1676718"/>
              <a:gd name="connsiteX16" fmla="*/ 1735827 w 1883055"/>
              <a:gd name="connsiteY16" fmla="*/ 1630837 h 1676718"/>
              <a:gd name="connsiteX17" fmla="*/ 1792388 w 1883055"/>
              <a:gd name="connsiteY17" fmla="*/ 1593130 h 1676718"/>
              <a:gd name="connsiteX18" fmla="*/ 1820669 w 1883055"/>
              <a:gd name="connsiteY18" fmla="*/ 1574276 h 1676718"/>
              <a:gd name="connsiteX19" fmla="*/ 1848949 w 1883055"/>
              <a:gd name="connsiteY19" fmla="*/ 1480008 h 1676718"/>
              <a:gd name="connsiteX20" fmla="*/ 1858376 w 1883055"/>
              <a:gd name="connsiteY20" fmla="*/ 1451728 h 1676718"/>
              <a:gd name="connsiteX21" fmla="*/ 1867803 w 1883055"/>
              <a:gd name="connsiteY21" fmla="*/ 1423448 h 1676718"/>
              <a:gd name="connsiteX22" fmla="*/ 1867803 w 1883055"/>
              <a:gd name="connsiteY22" fmla="*/ 801278 h 1676718"/>
              <a:gd name="connsiteX23" fmla="*/ 1830095 w 1883055"/>
              <a:gd name="connsiteY23" fmla="*/ 754144 h 1676718"/>
              <a:gd name="connsiteX24" fmla="*/ 1820669 w 1883055"/>
              <a:gd name="connsiteY24" fmla="*/ 716437 h 1676718"/>
              <a:gd name="connsiteX25" fmla="*/ 1811242 w 1883055"/>
              <a:gd name="connsiteY25" fmla="*/ 688157 h 1676718"/>
              <a:gd name="connsiteX26" fmla="*/ 1792388 w 1883055"/>
              <a:gd name="connsiteY26" fmla="*/ 603316 h 1676718"/>
              <a:gd name="connsiteX27" fmla="*/ 1754681 w 1883055"/>
              <a:gd name="connsiteY27" fmla="*/ 546755 h 1676718"/>
              <a:gd name="connsiteX28" fmla="*/ 1745254 w 1883055"/>
              <a:gd name="connsiteY28" fmla="*/ 490194 h 1676718"/>
              <a:gd name="connsiteX29" fmla="*/ 1716974 w 1883055"/>
              <a:gd name="connsiteY29" fmla="*/ 480767 h 1676718"/>
              <a:gd name="connsiteX30" fmla="*/ 1698120 w 1883055"/>
              <a:gd name="connsiteY30" fmla="*/ 414779 h 1676718"/>
              <a:gd name="connsiteX31" fmla="*/ 1679267 w 1883055"/>
              <a:gd name="connsiteY31" fmla="*/ 386499 h 1676718"/>
              <a:gd name="connsiteX32" fmla="*/ 1669840 w 1883055"/>
              <a:gd name="connsiteY32" fmla="*/ 358219 h 1676718"/>
              <a:gd name="connsiteX33" fmla="*/ 1650986 w 1883055"/>
              <a:gd name="connsiteY33" fmla="*/ 329938 h 1676718"/>
              <a:gd name="connsiteX34" fmla="*/ 1632133 w 1883055"/>
              <a:gd name="connsiteY34" fmla="*/ 273377 h 1676718"/>
              <a:gd name="connsiteX35" fmla="*/ 1584999 w 1883055"/>
              <a:gd name="connsiteY35" fmla="*/ 216817 h 1676718"/>
              <a:gd name="connsiteX36" fmla="*/ 1575572 w 1883055"/>
              <a:gd name="connsiteY36" fmla="*/ 179109 h 1676718"/>
              <a:gd name="connsiteX37" fmla="*/ 1462450 w 1883055"/>
              <a:gd name="connsiteY37" fmla="*/ 84841 h 1676718"/>
              <a:gd name="connsiteX38" fmla="*/ 1434170 w 1883055"/>
              <a:gd name="connsiteY38" fmla="*/ 65988 h 1676718"/>
              <a:gd name="connsiteX39" fmla="*/ 1405889 w 1883055"/>
              <a:gd name="connsiteY39" fmla="*/ 47134 h 1676718"/>
              <a:gd name="connsiteX40" fmla="*/ 1387036 w 1883055"/>
              <a:gd name="connsiteY40" fmla="*/ 18854 h 1676718"/>
              <a:gd name="connsiteX41" fmla="*/ 1245634 w 1883055"/>
              <a:gd name="connsiteY41" fmla="*/ 9427 h 1676718"/>
              <a:gd name="connsiteX42" fmla="*/ 1217353 w 1883055"/>
              <a:gd name="connsiteY42" fmla="*/ 0 h 1676718"/>
              <a:gd name="connsiteX43" fmla="*/ 708306 w 1883055"/>
              <a:gd name="connsiteY43" fmla="*/ 9427 h 1676718"/>
              <a:gd name="connsiteX44" fmla="*/ 680025 w 1883055"/>
              <a:gd name="connsiteY44" fmla="*/ 18854 h 1676718"/>
              <a:gd name="connsiteX45" fmla="*/ 566904 w 1883055"/>
              <a:gd name="connsiteY45" fmla="*/ 28281 h 1676718"/>
              <a:gd name="connsiteX46" fmla="*/ 519770 w 1883055"/>
              <a:gd name="connsiteY46" fmla="*/ 37707 h 1676718"/>
              <a:gd name="connsiteX47" fmla="*/ 491489 w 1883055"/>
              <a:gd name="connsiteY47" fmla="*/ 56561 h 1676718"/>
              <a:gd name="connsiteX48" fmla="*/ 453782 w 1883055"/>
              <a:gd name="connsiteY48" fmla="*/ 65988 h 1676718"/>
              <a:gd name="connsiteX49" fmla="*/ 397221 w 1883055"/>
              <a:gd name="connsiteY49" fmla="*/ 103695 h 1676718"/>
              <a:gd name="connsiteX50" fmla="*/ 368941 w 1883055"/>
              <a:gd name="connsiteY50" fmla="*/ 122549 h 1676718"/>
              <a:gd name="connsiteX51" fmla="*/ 321807 w 1883055"/>
              <a:gd name="connsiteY51" fmla="*/ 160256 h 1676718"/>
              <a:gd name="connsiteX52" fmla="*/ 293526 w 1883055"/>
              <a:gd name="connsiteY52" fmla="*/ 188536 h 1676718"/>
              <a:gd name="connsiteX53" fmla="*/ 246392 w 1883055"/>
              <a:gd name="connsiteY53" fmla="*/ 226243 h 1676718"/>
              <a:gd name="connsiteX54" fmla="*/ 236966 w 1883055"/>
              <a:gd name="connsiteY54" fmla="*/ 169683 h 1676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883055" h="1676718">
                <a:moveTo>
                  <a:pt x="236966" y="169683"/>
                </a:moveTo>
                <a:lnTo>
                  <a:pt x="236966" y="169683"/>
                </a:lnTo>
                <a:cubicBezTo>
                  <a:pt x="233824" y="201106"/>
                  <a:pt x="234156" y="233073"/>
                  <a:pt x="227539" y="263951"/>
                </a:cubicBezTo>
                <a:cubicBezTo>
                  <a:pt x="224594" y="277692"/>
                  <a:pt x="214221" y="288742"/>
                  <a:pt x="208685" y="301658"/>
                </a:cubicBezTo>
                <a:cubicBezTo>
                  <a:pt x="204771" y="310791"/>
                  <a:pt x="203702" y="321050"/>
                  <a:pt x="199258" y="329938"/>
                </a:cubicBezTo>
                <a:cubicBezTo>
                  <a:pt x="194191" y="340072"/>
                  <a:pt x="185472" y="348085"/>
                  <a:pt x="180405" y="358219"/>
                </a:cubicBezTo>
                <a:cubicBezTo>
                  <a:pt x="141384" y="436263"/>
                  <a:pt x="206148" y="333746"/>
                  <a:pt x="152124" y="414779"/>
                </a:cubicBezTo>
                <a:cubicBezTo>
                  <a:pt x="148982" y="424206"/>
                  <a:pt x="147142" y="434172"/>
                  <a:pt x="142698" y="443060"/>
                </a:cubicBezTo>
                <a:cubicBezTo>
                  <a:pt x="129576" y="469305"/>
                  <a:pt x="116409" y="478776"/>
                  <a:pt x="95564" y="499621"/>
                </a:cubicBezTo>
                <a:cubicBezTo>
                  <a:pt x="73127" y="566930"/>
                  <a:pt x="87734" y="539646"/>
                  <a:pt x="57856" y="584462"/>
                </a:cubicBezTo>
                <a:cubicBezTo>
                  <a:pt x="-53158" y="917529"/>
                  <a:pt x="23637" y="676900"/>
                  <a:pt x="57856" y="1583703"/>
                </a:cubicBezTo>
                <a:cubicBezTo>
                  <a:pt x="58359" y="1597025"/>
                  <a:pt x="75895" y="1603449"/>
                  <a:pt x="86137" y="1611984"/>
                </a:cubicBezTo>
                <a:cubicBezTo>
                  <a:pt x="94840" y="1619237"/>
                  <a:pt x="104990" y="1624553"/>
                  <a:pt x="114417" y="1630837"/>
                </a:cubicBezTo>
                <a:lnTo>
                  <a:pt x="566904" y="1621410"/>
                </a:lnTo>
                <a:cubicBezTo>
                  <a:pt x="576833" y="1621021"/>
                  <a:pt x="585247" y="1611984"/>
                  <a:pt x="595184" y="1611984"/>
                </a:cubicBezTo>
                <a:cubicBezTo>
                  <a:pt x="658108" y="1611984"/>
                  <a:pt x="720875" y="1618268"/>
                  <a:pt x="783720" y="1621410"/>
                </a:cubicBezTo>
                <a:cubicBezTo>
                  <a:pt x="1123493" y="1734670"/>
                  <a:pt x="820409" y="1640473"/>
                  <a:pt x="1735827" y="1630837"/>
                </a:cubicBezTo>
                <a:lnTo>
                  <a:pt x="1792388" y="1593130"/>
                </a:lnTo>
                <a:lnTo>
                  <a:pt x="1820669" y="1574276"/>
                </a:lnTo>
                <a:cubicBezTo>
                  <a:pt x="1834914" y="1517290"/>
                  <a:pt x="1825998" y="1548858"/>
                  <a:pt x="1848949" y="1480008"/>
                </a:cubicBezTo>
                <a:lnTo>
                  <a:pt x="1858376" y="1451728"/>
                </a:lnTo>
                <a:lnTo>
                  <a:pt x="1867803" y="1423448"/>
                </a:lnTo>
                <a:cubicBezTo>
                  <a:pt x="1891567" y="1162049"/>
                  <a:pt x="1884399" y="1282542"/>
                  <a:pt x="1867803" y="801278"/>
                </a:cubicBezTo>
                <a:cubicBezTo>
                  <a:pt x="1866732" y="770209"/>
                  <a:pt x="1853031" y="769435"/>
                  <a:pt x="1830095" y="754144"/>
                </a:cubicBezTo>
                <a:cubicBezTo>
                  <a:pt x="1826953" y="741575"/>
                  <a:pt x="1824228" y="728894"/>
                  <a:pt x="1820669" y="716437"/>
                </a:cubicBezTo>
                <a:cubicBezTo>
                  <a:pt x="1817939" y="706883"/>
                  <a:pt x="1813652" y="697797"/>
                  <a:pt x="1811242" y="688157"/>
                </a:cubicBezTo>
                <a:cubicBezTo>
                  <a:pt x="1809754" y="682206"/>
                  <a:pt x="1797227" y="612994"/>
                  <a:pt x="1792388" y="603316"/>
                </a:cubicBezTo>
                <a:cubicBezTo>
                  <a:pt x="1782254" y="583049"/>
                  <a:pt x="1754681" y="546755"/>
                  <a:pt x="1754681" y="546755"/>
                </a:cubicBezTo>
                <a:cubicBezTo>
                  <a:pt x="1751539" y="527901"/>
                  <a:pt x="1754737" y="506789"/>
                  <a:pt x="1745254" y="490194"/>
                </a:cubicBezTo>
                <a:cubicBezTo>
                  <a:pt x="1740324" y="481567"/>
                  <a:pt x="1724000" y="487793"/>
                  <a:pt x="1716974" y="480767"/>
                </a:cubicBezTo>
                <a:cubicBezTo>
                  <a:pt x="1712387" y="476180"/>
                  <a:pt x="1698304" y="415207"/>
                  <a:pt x="1698120" y="414779"/>
                </a:cubicBezTo>
                <a:cubicBezTo>
                  <a:pt x="1693657" y="404366"/>
                  <a:pt x="1684334" y="396632"/>
                  <a:pt x="1679267" y="386499"/>
                </a:cubicBezTo>
                <a:cubicBezTo>
                  <a:pt x="1674823" y="377611"/>
                  <a:pt x="1674284" y="367107"/>
                  <a:pt x="1669840" y="358219"/>
                </a:cubicBezTo>
                <a:cubicBezTo>
                  <a:pt x="1664773" y="348085"/>
                  <a:pt x="1655587" y="340291"/>
                  <a:pt x="1650986" y="329938"/>
                </a:cubicBezTo>
                <a:cubicBezTo>
                  <a:pt x="1642915" y="311777"/>
                  <a:pt x="1646186" y="287429"/>
                  <a:pt x="1632133" y="273377"/>
                </a:cubicBezTo>
                <a:cubicBezTo>
                  <a:pt x="1595841" y="237086"/>
                  <a:pt x="1611247" y="256190"/>
                  <a:pt x="1584999" y="216817"/>
                </a:cubicBezTo>
                <a:cubicBezTo>
                  <a:pt x="1581857" y="204248"/>
                  <a:pt x="1583002" y="189723"/>
                  <a:pt x="1575572" y="179109"/>
                </a:cubicBezTo>
                <a:cubicBezTo>
                  <a:pt x="1543819" y="133748"/>
                  <a:pt x="1506496" y="114205"/>
                  <a:pt x="1462450" y="84841"/>
                </a:cubicBezTo>
                <a:lnTo>
                  <a:pt x="1434170" y="65988"/>
                </a:lnTo>
                <a:lnTo>
                  <a:pt x="1405889" y="47134"/>
                </a:lnTo>
                <a:cubicBezTo>
                  <a:pt x="1399605" y="37707"/>
                  <a:pt x="1398064" y="21449"/>
                  <a:pt x="1387036" y="18854"/>
                </a:cubicBezTo>
                <a:cubicBezTo>
                  <a:pt x="1341053" y="8035"/>
                  <a:pt x="1292584" y="14644"/>
                  <a:pt x="1245634" y="9427"/>
                </a:cubicBezTo>
                <a:cubicBezTo>
                  <a:pt x="1235758" y="8330"/>
                  <a:pt x="1226780" y="3142"/>
                  <a:pt x="1217353" y="0"/>
                </a:cubicBezTo>
                <a:lnTo>
                  <a:pt x="708306" y="9427"/>
                </a:lnTo>
                <a:cubicBezTo>
                  <a:pt x="698375" y="9775"/>
                  <a:pt x="689875" y="17541"/>
                  <a:pt x="680025" y="18854"/>
                </a:cubicBezTo>
                <a:cubicBezTo>
                  <a:pt x="642519" y="23855"/>
                  <a:pt x="604611" y="25139"/>
                  <a:pt x="566904" y="28281"/>
                </a:cubicBezTo>
                <a:cubicBezTo>
                  <a:pt x="551193" y="31423"/>
                  <a:pt x="534772" y="32081"/>
                  <a:pt x="519770" y="37707"/>
                </a:cubicBezTo>
                <a:cubicBezTo>
                  <a:pt x="509162" y="41685"/>
                  <a:pt x="501903" y="52098"/>
                  <a:pt x="491489" y="56561"/>
                </a:cubicBezTo>
                <a:cubicBezTo>
                  <a:pt x="479581" y="61665"/>
                  <a:pt x="466351" y="62846"/>
                  <a:pt x="453782" y="65988"/>
                </a:cubicBezTo>
                <a:lnTo>
                  <a:pt x="397221" y="103695"/>
                </a:lnTo>
                <a:lnTo>
                  <a:pt x="368941" y="122549"/>
                </a:lnTo>
                <a:cubicBezTo>
                  <a:pt x="326775" y="185795"/>
                  <a:pt x="376446" y="123830"/>
                  <a:pt x="321807" y="160256"/>
                </a:cubicBezTo>
                <a:cubicBezTo>
                  <a:pt x="310714" y="167651"/>
                  <a:pt x="303768" y="180001"/>
                  <a:pt x="293526" y="188536"/>
                </a:cubicBezTo>
                <a:cubicBezTo>
                  <a:pt x="222171" y="247998"/>
                  <a:pt x="301247" y="171391"/>
                  <a:pt x="246392" y="226243"/>
                </a:cubicBezTo>
                <a:lnTo>
                  <a:pt x="236966" y="169683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Freeform 112"/>
          <p:cNvSpPr/>
          <p:nvPr/>
        </p:nvSpPr>
        <p:spPr>
          <a:xfrm rot="20862510">
            <a:off x="14958693" y="-833687"/>
            <a:ext cx="578338" cy="953477"/>
          </a:xfrm>
          <a:custGeom>
            <a:avLst/>
            <a:gdLst>
              <a:gd name="connsiteX0" fmla="*/ 578338 w 578338"/>
              <a:gd name="connsiteY0" fmla="*/ 0 h 953477"/>
              <a:gd name="connsiteX1" fmla="*/ 0 w 578338"/>
              <a:gd name="connsiteY1" fmla="*/ 953477 h 95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338" h="953477">
                <a:moveTo>
                  <a:pt x="578338" y="0"/>
                </a:moveTo>
                <a:lnTo>
                  <a:pt x="0" y="95347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Freeform 113"/>
          <p:cNvSpPr/>
          <p:nvPr/>
        </p:nvSpPr>
        <p:spPr>
          <a:xfrm rot="724068" flipH="1">
            <a:off x="15324004" y="-848785"/>
            <a:ext cx="577343" cy="953477"/>
          </a:xfrm>
          <a:custGeom>
            <a:avLst/>
            <a:gdLst>
              <a:gd name="connsiteX0" fmla="*/ 578338 w 578338"/>
              <a:gd name="connsiteY0" fmla="*/ 0 h 953477"/>
              <a:gd name="connsiteX1" fmla="*/ 0 w 578338"/>
              <a:gd name="connsiteY1" fmla="*/ 953477 h 95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338" h="953477">
                <a:moveTo>
                  <a:pt x="578338" y="0"/>
                </a:moveTo>
                <a:lnTo>
                  <a:pt x="0" y="95347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Freeform 114"/>
          <p:cNvSpPr/>
          <p:nvPr/>
        </p:nvSpPr>
        <p:spPr>
          <a:xfrm rot="17571306" flipH="1">
            <a:off x="14238847" y="-2717086"/>
            <a:ext cx="410600" cy="73831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Freeform 115"/>
          <p:cNvSpPr/>
          <p:nvPr/>
        </p:nvSpPr>
        <p:spPr>
          <a:xfrm rot="3659649">
            <a:off x="16149181" y="-2578413"/>
            <a:ext cx="630586" cy="595362"/>
          </a:xfrm>
          <a:custGeom>
            <a:avLst/>
            <a:gdLst>
              <a:gd name="connsiteX0" fmla="*/ 0 w 2080592"/>
              <a:gd name="connsiteY0" fmla="*/ 1245704 h 1590261"/>
              <a:gd name="connsiteX1" fmla="*/ 0 w 2080592"/>
              <a:gd name="connsiteY1" fmla="*/ 1245704 h 1590261"/>
              <a:gd name="connsiteX2" fmla="*/ 92765 w 2080592"/>
              <a:gd name="connsiteY2" fmla="*/ 1166191 h 1590261"/>
              <a:gd name="connsiteX3" fmla="*/ 159026 w 2080592"/>
              <a:gd name="connsiteY3" fmla="*/ 1113183 h 1590261"/>
              <a:gd name="connsiteX4" fmla="*/ 212035 w 2080592"/>
              <a:gd name="connsiteY4" fmla="*/ 1099930 h 1590261"/>
              <a:gd name="connsiteX5" fmla="*/ 251792 w 2080592"/>
              <a:gd name="connsiteY5" fmla="*/ 1073426 h 1590261"/>
              <a:gd name="connsiteX6" fmla="*/ 291548 w 2080592"/>
              <a:gd name="connsiteY6" fmla="*/ 1060174 h 1590261"/>
              <a:gd name="connsiteX7" fmla="*/ 357809 w 2080592"/>
              <a:gd name="connsiteY7" fmla="*/ 1020417 h 1590261"/>
              <a:gd name="connsiteX8" fmla="*/ 397565 w 2080592"/>
              <a:gd name="connsiteY8" fmla="*/ 993913 h 1590261"/>
              <a:gd name="connsiteX9" fmla="*/ 424070 w 2080592"/>
              <a:gd name="connsiteY9" fmla="*/ 967409 h 1590261"/>
              <a:gd name="connsiteX10" fmla="*/ 463826 w 2080592"/>
              <a:gd name="connsiteY10" fmla="*/ 954156 h 1590261"/>
              <a:gd name="connsiteX11" fmla="*/ 503583 w 2080592"/>
              <a:gd name="connsiteY11" fmla="*/ 927652 h 1590261"/>
              <a:gd name="connsiteX12" fmla="*/ 596348 w 2080592"/>
              <a:gd name="connsiteY12" fmla="*/ 887896 h 1590261"/>
              <a:gd name="connsiteX13" fmla="*/ 649357 w 2080592"/>
              <a:gd name="connsiteY13" fmla="*/ 834887 h 1590261"/>
              <a:gd name="connsiteX14" fmla="*/ 689113 w 2080592"/>
              <a:gd name="connsiteY14" fmla="*/ 795130 h 1590261"/>
              <a:gd name="connsiteX15" fmla="*/ 755374 w 2080592"/>
              <a:gd name="connsiteY15" fmla="*/ 742122 h 1590261"/>
              <a:gd name="connsiteX16" fmla="*/ 781879 w 2080592"/>
              <a:gd name="connsiteY16" fmla="*/ 715617 h 1590261"/>
              <a:gd name="connsiteX17" fmla="*/ 914400 w 2080592"/>
              <a:gd name="connsiteY17" fmla="*/ 636104 h 1590261"/>
              <a:gd name="connsiteX18" fmla="*/ 993913 w 2080592"/>
              <a:gd name="connsiteY18" fmla="*/ 583096 h 1590261"/>
              <a:gd name="connsiteX19" fmla="*/ 1020418 w 2080592"/>
              <a:gd name="connsiteY19" fmla="*/ 543339 h 1590261"/>
              <a:gd name="connsiteX20" fmla="*/ 1099931 w 2080592"/>
              <a:gd name="connsiteY20" fmla="*/ 503583 h 1590261"/>
              <a:gd name="connsiteX21" fmla="*/ 1126435 w 2080592"/>
              <a:gd name="connsiteY21" fmla="*/ 477078 h 1590261"/>
              <a:gd name="connsiteX22" fmla="*/ 1139687 w 2080592"/>
              <a:gd name="connsiteY22" fmla="*/ 437322 h 1590261"/>
              <a:gd name="connsiteX23" fmla="*/ 1219200 w 2080592"/>
              <a:gd name="connsiteY23" fmla="*/ 410817 h 1590261"/>
              <a:gd name="connsiteX24" fmla="*/ 1272209 w 2080592"/>
              <a:gd name="connsiteY24" fmla="*/ 371061 h 1590261"/>
              <a:gd name="connsiteX25" fmla="*/ 1311965 w 2080592"/>
              <a:gd name="connsiteY25" fmla="*/ 357809 h 1590261"/>
              <a:gd name="connsiteX26" fmla="*/ 1338470 w 2080592"/>
              <a:gd name="connsiteY26" fmla="*/ 331304 h 1590261"/>
              <a:gd name="connsiteX27" fmla="*/ 1404731 w 2080592"/>
              <a:gd name="connsiteY27" fmla="*/ 304800 h 1590261"/>
              <a:gd name="connsiteX28" fmla="*/ 1470992 w 2080592"/>
              <a:gd name="connsiteY28" fmla="*/ 251791 h 1590261"/>
              <a:gd name="connsiteX29" fmla="*/ 1563757 w 2080592"/>
              <a:gd name="connsiteY29" fmla="*/ 185530 h 1590261"/>
              <a:gd name="connsiteX30" fmla="*/ 1603513 w 2080592"/>
              <a:gd name="connsiteY30" fmla="*/ 172278 h 1590261"/>
              <a:gd name="connsiteX31" fmla="*/ 1696279 w 2080592"/>
              <a:gd name="connsiteY31" fmla="*/ 106017 h 1590261"/>
              <a:gd name="connsiteX32" fmla="*/ 1775792 w 2080592"/>
              <a:gd name="connsiteY32" fmla="*/ 53009 h 1590261"/>
              <a:gd name="connsiteX33" fmla="*/ 1815548 w 2080592"/>
              <a:gd name="connsiteY33" fmla="*/ 39756 h 1590261"/>
              <a:gd name="connsiteX34" fmla="*/ 1855305 w 2080592"/>
              <a:gd name="connsiteY34" fmla="*/ 13252 h 1590261"/>
              <a:gd name="connsiteX35" fmla="*/ 1948070 w 2080592"/>
              <a:gd name="connsiteY35" fmla="*/ 0 h 1590261"/>
              <a:gd name="connsiteX36" fmla="*/ 2014331 w 2080592"/>
              <a:gd name="connsiteY36" fmla="*/ 13252 h 1590261"/>
              <a:gd name="connsiteX37" fmla="*/ 2040835 w 2080592"/>
              <a:gd name="connsiteY37" fmla="*/ 92765 h 1590261"/>
              <a:gd name="connsiteX38" fmla="*/ 2080592 w 2080592"/>
              <a:gd name="connsiteY38" fmla="*/ 159026 h 1590261"/>
              <a:gd name="connsiteX39" fmla="*/ 2067339 w 2080592"/>
              <a:gd name="connsiteY39" fmla="*/ 265043 h 1590261"/>
              <a:gd name="connsiteX40" fmla="*/ 2001079 w 2080592"/>
              <a:gd name="connsiteY40" fmla="*/ 331304 h 1590261"/>
              <a:gd name="connsiteX41" fmla="*/ 1934818 w 2080592"/>
              <a:gd name="connsiteY41" fmla="*/ 424069 h 1590261"/>
              <a:gd name="connsiteX42" fmla="*/ 1908313 w 2080592"/>
              <a:gd name="connsiteY42" fmla="*/ 450574 h 1590261"/>
              <a:gd name="connsiteX43" fmla="*/ 1868557 w 2080592"/>
              <a:gd name="connsiteY43" fmla="*/ 503583 h 1590261"/>
              <a:gd name="connsiteX44" fmla="*/ 1828800 w 2080592"/>
              <a:gd name="connsiteY44" fmla="*/ 583096 h 1590261"/>
              <a:gd name="connsiteX45" fmla="*/ 1789044 w 2080592"/>
              <a:gd name="connsiteY45" fmla="*/ 596348 h 1590261"/>
              <a:gd name="connsiteX46" fmla="*/ 1722783 w 2080592"/>
              <a:gd name="connsiteY46" fmla="*/ 662609 h 1590261"/>
              <a:gd name="connsiteX47" fmla="*/ 1616765 w 2080592"/>
              <a:gd name="connsiteY47" fmla="*/ 742122 h 1590261"/>
              <a:gd name="connsiteX48" fmla="*/ 1550505 w 2080592"/>
              <a:gd name="connsiteY48" fmla="*/ 808383 h 1590261"/>
              <a:gd name="connsiteX49" fmla="*/ 1510748 w 2080592"/>
              <a:gd name="connsiteY49" fmla="*/ 848139 h 1590261"/>
              <a:gd name="connsiteX50" fmla="*/ 1431235 w 2080592"/>
              <a:gd name="connsiteY50" fmla="*/ 874643 h 1590261"/>
              <a:gd name="connsiteX51" fmla="*/ 1351722 w 2080592"/>
              <a:gd name="connsiteY51" fmla="*/ 901148 h 1590261"/>
              <a:gd name="connsiteX52" fmla="*/ 1258957 w 2080592"/>
              <a:gd name="connsiteY52" fmla="*/ 914400 h 1590261"/>
              <a:gd name="connsiteX53" fmla="*/ 1232452 w 2080592"/>
              <a:gd name="connsiteY53" fmla="*/ 940904 h 1590261"/>
              <a:gd name="connsiteX54" fmla="*/ 1192696 w 2080592"/>
              <a:gd name="connsiteY54" fmla="*/ 954156 h 1590261"/>
              <a:gd name="connsiteX55" fmla="*/ 1179444 w 2080592"/>
              <a:gd name="connsiteY55" fmla="*/ 993913 h 1590261"/>
              <a:gd name="connsiteX56" fmla="*/ 1099931 w 2080592"/>
              <a:gd name="connsiteY56" fmla="*/ 1020417 h 1590261"/>
              <a:gd name="connsiteX57" fmla="*/ 1073426 w 2080592"/>
              <a:gd name="connsiteY57" fmla="*/ 1046922 h 1590261"/>
              <a:gd name="connsiteX58" fmla="*/ 1033670 w 2080592"/>
              <a:gd name="connsiteY58" fmla="*/ 1073426 h 1590261"/>
              <a:gd name="connsiteX59" fmla="*/ 993913 w 2080592"/>
              <a:gd name="connsiteY59" fmla="*/ 1139687 h 1590261"/>
              <a:gd name="connsiteX60" fmla="*/ 954157 w 2080592"/>
              <a:gd name="connsiteY60" fmla="*/ 1166191 h 1590261"/>
              <a:gd name="connsiteX61" fmla="*/ 927652 w 2080592"/>
              <a:gd name="connsiteY61" fmla="*/ 1192696 h 1590261"/>
              <a:gd name="connsiteX62" fmla="*/ 874644 w 2080592"/>
              <a:gd name="connsiteY62" fmla="*/ 1219200 h 1590261"/>
              <a:gd name="connsiteX63" fmla="*/ 821635 w 2080592"/>
              <a:gd name="connsiteY63" fmla="*/ 1272209 h 1590261"/>
              <a:gd name="connsiteX64" fmla="*/ 755374 w 2080592"/>
              <a:gd name="connsiteY64" fmla="*/ 1325217 h 1590261"/>
              <a:gd name="connsiteX65" fmla="*/ 715618 w 2080592"/>
              <a:gd name="connsiteY65" fmla="*/ 1351722 h 1590261"/>
              <a:gd name="connsiteX66" fmla="*/ 689113 w 2080592"/>
              <a:gd name="connsiteY66" fmla="*/ 1378226 h 1590261"/>
              <a:gd name="connsiteX67" fmla="*/ 622852 w 2080592"/>
              <a:gd name="connsiteY67" fmla="*/ 1391478 h 1590261"/>
              <a:gd name="connsiteX68" fmla="*/ 556592 w 2080592"/>
              <a:gd name="connsiteY68" fmla="*/ 1457739 h 1590261"/>
              <a:gd name="connsiteX69" fmla="*/ 490331 w 2080592"/>
              <a:gd name="connsiteY69" fmla="*/ 1510748 h 1590261"/>
              <a:gd name="connsiteX70" fmla="*/ 450574 w 2080592"/>
              <a:gd name="connsiteY70" fmla="*/ 1524000 h 1590261"/>
              <a:gd name="connsiteX71" fmla="*/ 397565 w 2080592"/>
              <a:gd name="connsiteY71" fmla="*/ 1550504 h 1590261"/>
              <a:gd name="connsiteX72" fmla="*/ 304800 w 2080592"/>
              <a:gd name="connsiteY72" fmla="*/ 1577009 h 1590261"/>
              <a:gd name="connsiteX73" fmla="*/ 265044 w 2080592"/>
              <a:gd name="connsiteY73" fmla="*/ 1590261 h 1590261"/>
              <a:gd name="connsiteX74" fmla="*/ 132522 w 2080592"/>
              <a:gd name="connsiteY74" fmla="*/ 1577009 h 1590261"/>
              <a:gd name="connsiteX75" fmla="*/ 106018 w 2080592"/>
              <a:gd name="connsiteY75" fmla="*/ 1550504 h 1590261"/>
              <a:gd name="connsiteX76" fmla="*/ 66261 w 2080592"/>
              <a:gd name="connsiteY76" fmla="*/ 1524000 h 1590261"/>
              <a:gd name="connsiteX77" fmla="*/ 39757 w 2080592"/>
              <a:gd name="connsiteY77" fmla="*/ 1484243 h 1590261"/>
              <a:gd name="connsiteX78" fmla="*/ 26505 w 2080592"/>
              <a:gd name="connsiteY78" fmla="*/ 1298713 h 1590261"/>
              <a:gd name="connsiteX79" fmla="*/ 0 w 2080592"/>
              <a:gd name="connsiteY79" fmla="*/ 1245704 h 1590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080592" h="1590261">
                <a:moveTo>
                  <a:pt x="0" y="1245704"/>
                </a:moveTo>
                <a:lnTo>
                  <a:pt x="0" y="1245704"/>
                </a:lnTo>
                <a:cubicBezTo>
                  <a:pt x="30922" y="1219200"/>
                  <a:pt x="62326" y="1193248"/>
                  <a:pt x="92765" y="1166191"/>
                </a:cubicBezTo>
                <a:cubicBezTo>
                  <a:pt x="119296" y="1142608"/>
                  <a:pt x="123197" y="1128539"/>
                  <a:pt x="159026" y="1113183"/>
                </a:cubicBezTo>
                <a:cubicBezTo>
                  <a:pt x="175767" y="1106008"/>
                  <a:pt x="194365" y="1104348"/>
                  <a:pt x="212035" y="1099930"/>
                </a:cubicBezTo>
                <a:cubicBezTo>
                  <a:pt x="225287" y="1091095"/>
                  <a:pt x="237546" y="1080549"/>
                  <a:pt x="251792" y="1073426"/>
                </a:cubicBezTo>
                <a:cubicBezTo>
                  <a:pt x="264286" y="1067179"/>
                  <a:pt x="279570" y="1067361"/>
                  <a:pt x="291548" y="1060174"/>
                </a:cubicBezTo>
                <a:cubicBezTo>
                  <a:pt x="382500" y="1005601"/>
                  <a:pt x="245187" y="1057957"/>
                  <a:pt x="357809" y="1020417"/>
                </a:cubicBezTo>
                <a:cubicBezTo>
                  <a:pt x="371061" y="1011582"/>
                  <a:pt x="385128" y="1003862"/>
                  <a:pt x="397565" y="993913"/>
                </a:cubicBezTo>
                <a:cubicBezTo>
                  <a:pt x="407321" y="986108"/>
                  <a:pt x="413356" y="973837"/>
                  <a:pt x="424070" y="967409"/>
                </a:cubicBezTo>
                <a:cubicBezTo>
                  <a:pt x="436048" y="960222"/>
                  <a:pt x="451332" y="960403"/>
                  <a:pt x="463826" y="954156"/>
                </a:cubicBezTo>
                <a:cubicBezTo>
                  <a:pt x="478072" y="947033"/>
                  <a:pt x="489754" y="935554"/>
                  <a:pt x="503583" y="927652"/>
                </a:cubicBezTo>
                <a:cubicBezTo>
                  <a:pt x="549435" y="901451"/>
                  <a:pt x="551746" y="902763"/>
                  <a:pt x="596348" y="887896"/>
                </a:cubicBezTo>
                <a:lnTo>
                  <a:pt x="649357" y="834887"/>
                </a:lnTo>
                <a:cubicBezTo>
                  <a:pt x="662609" y="821635"/>
                  <a:pt x="674478" y="806838"/>
                  <a:pt x="689113" y="795130"/>
                </a:cubicBezTo>
                <a:cubicBezTo>
                  <a:pt x="711200" y="777461"/>
                  <a:pt x="733898" y="760530"/>
                  <a:pt x="755374" y="742122"/>
                </a:cubicBezTo>
                <a:cubicBezTo>
                  <a:pt x="764861" y="733991"/>
                  <a:pt x="771483" y="722548"/>
                  <a:pt x="781879" y="715617"/>
                </a:cubicBezTo>
                <a:cubicBezTo>
                  <a:pt x="824742" y="687042"/>
                  <a:pt x="871537" y="664679"/>
                  <a:pt x="914400" y="636104"/>
                </a:cubicBezTo>
                <a:lnTo>
                  <a:pt x="993913" y="583096"/>
                </a:lnTo>
                <a:cubicBezTo>
                  <a:pt x="1002748" y="569844"/>
                  <a:pt x="1009156" y="554601"/>
                  <a:pt x="1020418" y="543339"/>
                </a:cubicBezTo>
                <a:cubicBezTo>
                  <a:pt x="1046108" y="517649"/>
                  <a:pt x="1067596" y="514361"/>
                  <a:pt x="1099931" y="503583"/>
                </a:cubicBezTo>
                <a:cubicBezTo>
                  <a:pt x="1108766" y="494748"/>
                  <a:pt x="1120007" y="487792"/>
                  <a:pt x="1126435" y="477078"/>
                </a:cubicBezTo>
                <a:cubicBezTo>
                  <a:pt x="1133622" y="465100"/>
                  <a:pt x="1128320" y="445441"/>
                  <a:pt x="1139687" y="437322"/>
                </a:cubicBezTo>
                <a:cubicBezTo>
                  <a:pt x="1162421" y="421083"/>
                  <a:pt x="1219200" y="410817"/>
                  <a:pt x="1219200" y="410817"/>
                </a:cubicBezTo>
                <a:cubicBezTo>
                  <a:pt x="1236870" y="397565"/>
                  <a:pt x="1253032" y="382019"/>
                  <a:pt x="1272209" y="371061"/>
                </a:cubicBezTo>
                <a:cubicBezTo>
                  <a:pt x="1284337" y="364131"/>
                  <a:pt x="1299987" y="364996"/>
                  <a:pt x="1311965" y="357809"/>
                </a:cubicBezTo>
                <a:cubicBezTo>
                  <a:pt x="1322679" y="351381"/>
                  <a:pt x="1327622" y="337503"/>
                  <a:pt x="1338470" y="331304"/>
                </a:cubicBezTo>
                <a:cubicBezTo>
                  <a:pt x="1359124" y="319502"/>
                  <a:pt x="1382644" y="313635"/>
                  <a:pt x="1404731" y="304800"/>
                </a:cubicBezTo>
                <a:cubicBezTo>
                  <a:pt x="1449409" y="237781"/>
                  <a:pt x="1406981" y="283796"/>
                  <a:pt x="1470992" y="251791"/>
                </a:cubicBezTo>
                <a:cubicBezTo>
                  <a:pt x="1512009" y="231283"/>
                  <a:pt x="1521743" y="209538"/>
                  <a:pt x="1563757" y="185530"/>
                </a:cubicBezTo>
                <a:cubicBezTo>
                  <a:pt x="1575885" y="178599"/>
                  <a:pt x="1590261" y="176695"/>
                  <a:pt x="1603513" y="172278"/>
                </a:cubicBezTo>
                <a:cubicBezTo>
                  <a:pt x="1666400" y="109391"/>
                  <a:pt x="1632816" y="127171"/>
                  <a:pt x="1696279" y="106017"/>
                </a:cubicBezTo>
                <a:cubicBezTo>
                  <a:pt x="1722783" y="88348"/>
                  <a:pt x="1745573" y="63083"/>
                  <a:pt x="1775792" y="53009"/>
                </a:cubicBezTo>
                <a:cubicBezTo>
                  <a:pt x="1789044" y="48591"/>
                  <a:pt x="1803054" y="46003"/>
                  <a:pt x="1815548" y="39756"/>
                </a:cubicBezTo>
                <a:cubicBezTo>
                  <a:pt x="1829794" y="32633"/>
                  <a:pt x="1840049" y="17829"/>
                  <a:pt x="1855305" y="13252"/>
                </a:cubicBezTo>
                <a:cubicBezTo>
                  <a:pt x="1885223" y="4277"/>
                  <a:pt x="1917148" y="4417"/>
                  <a:pt x="1948070" y="0"/>
                </a:cubicBezTo>
                <a:cubicBezTo>
                  <a:pt x="1970157" y="4417"/>
                  <a:pt x="1998404" y="-2675"/>
                  <a:pt x="2014331" y="13252"/>
                </a:cubicBezTo>
                <a:cubicBezTo>
                  <a:pt x="2034086" y="33007"/>
                  <a:pt x="2032000" y="66261"/>
                  <a:pt x="2040835" y="92765"/>
                </a:cubicBezTo>
                <a:cubicBezTo>
                  <a:pt x="2058038" y="144375"/>
                  <a:pt x="2044209" y="122644"/>
                  <a:pt x="2080592" y="159026"/>
                </a:cubicBezTo>
                <a:cubicBezTo>
                  <a:pt x="2076174" y="194365"/>
                  <a:pt x="2076710" y="230684"/>
                  <a:pt x="2067339" y="265043"/>
                </a:cubicBezTo>
                <a:cubicBezTo>
                  <a:pt x="2054086" y="313636"/>
                  <a:pt x="2032002" y="300381"/>
                  <a:pt x="2001079" y="331304"/>
                </a:cubicBezTo>
                <a:cubicBezTo>
                  <a:pt x="1963769" y="368614"/>
                  <a:pt x="1964919" y="386443"/>
                  <a:pt x="1934818" y="424069"/>
                </a:cubicBezTo>
                <a:cubicBezTo>
                  <a:pt x="1927013" y="433826"/>
                  <a:pt x="1916312" y="440975"/>
                  <a:pt x="1908313" y="450574"/>
                </a:cubicBezTo>
                <a:cubicBezTo>
                  <a:pt x="1894173" y="467542"/>
                  <a:pt x="1881809" y="485913"/>
                  <a:pt x="1868557" y="503583"/>
                </a:cubicBezTo>
                <a:cubicBezTo>
                  <a:pt x="1859029" y="541697"/>
                  <a:pt x="1863550" y="562246"/>
                  <a:pt x="1828800" y="583096"/>
                </a:cubicBezTo>
                <a:cubicBezTo>
                  <a:pt x="1816822" y="590283"/>
                  <a:pt x="1802296" y="591931"/>
                  <a:pt x="1789044" y="596348"/>
                </a:cubicBezTo>
                <a:cubicBezTo>
                  <a:pt x="1766957" y="618435"/>
                  <a:pt x="1747772" y="643868"/>
                  <a:pt x="1722783" y="662609"/>
                </a:cubicBezTo>
                <a:cubicBezTo>
                  <a:pt x="1687444" y="689113"/>
                  <a:pt x="1641268" y="705367"/>
                  <a:pt x="1616765" y="742122"/>
                </a:cubicBezTo>
                <a:cubicBezTo>
                  <a:pt x="1568176" y="815005"/>
                  <a:pt x="1616763" y="753168"/>
                  <a:pt x="1550505" y="808383"/>
                </a:cubicBezTo>
                <a:cubicBezTo>
                  <a:pt x="1536107" y="820381"/>
                  <a:pt x="1527131" y="839037"/>
                  <a:pt x="1510748" y="848139"/>
                </a:cubicBezTo>
                <a:cubicBezTo>
                  <a:pt x="1486326" y="861707"/>
                  <a:pt x="1457739" y="865808"/>
                  <a:pt x="1431235" y="874643"/>
                </a:cubicBezTo>
                <a:lnTo>
                  <a:pt x="1351722" y="901148"/>
                </a:lnTo>
                <a:lnTo>
                  <a:pt x="1258957" y="914400"/>
                </a:lnTo>
                <a:cubicBezTo>
                  <a:pt x="1250122" y="923235"/>
                  <a:pt x="1243166" y="934476"/>
                  <a:pt x="1232452" y="940904"/>
                </a:cubicBezTo>
                <a:cubicBezTo>
                  <a:pt x="1220474" y="948091"/>
                  <a:pt x="1202573" y="944278"/>
                  <a:pt x="1192696" y="954156"/>
                </a:cubicBezTo>
                <a:cubicBezTo>
                  <a:pt x="1182818" y="964034"/>
                  <a:pt x="1190811" y="985794"/>
                  <a:pt x="1179444" y="993913"/>
                </a:cubicBezTo>
                <a:cubicBezTo>
                  <a:pt x="1156710" y="1010152"/>
                  <a:pt x="1099931" y="1020417"/>
                  <a:pt x="1099931" y="1020417"/>
                </a:cubicBezTo>
                <a:cubicBezTo>
                  <a:pt x="1091096" y="1029252"/>
                  <a:pt x="1083183" y="1039117"/>
                  <a:pt x="1073426" y="1046922"/>
                </a:cubicBezTo>
                <a:cubicBezTo>
                  <a:pt x="1060989" y="1056871"/>
                  <a:pt x="1043619" y="1060989"/>
                  <a:pt x="1033670" y="1073426"/>
                </a:cubicBezTo>
                <a:cubicBezTo>
                  <a:pt x="967644" y="1155959"/>
                  <a:pt x="1073964" y="1075647"/>
                  <a:pt x="993913" y="1139687"/>
                </a:cubicBezTo>
                <a:cubicBezTo>
                  <a:pt x="981476" y="1149636"/>
                  <a:pt x="966594" y="1156242"/>
                  <a:pt x="954157" y="1166191"/>
                </a:cubicBezTo>
                <a:cubicBezTo>
                  <a:pt x="944400" y="1173996"/>
                  <a:pt x="938048" y="1185765"/>
                  <a:pt x="927652" y="1192696"/>
                </a:cubicBezTo>
                <a:cubicBezTo>
                  <a:pt x="911215" y="1203654"/>
                  <a:pt x="890448" y="1207347"/>
                  <a:pt x="874644" y="1219200"/>
                </a:cubicBezTo>
                <a:cubicBezTo>
                  <a:pt x="854653" y="1234193"/>
                  <a:pt x="842427" y="1258348"/>
                  <a:pt x="821635" y="1272209"/>
                </a:cubicBezTo>
                <a:cubicBezTo>
                  <a:pt x="699285" y="1353776"/>
                  <a:pt x="849779" y="1249692"/>
                  <a:pt x="755374" y="1325217"/>
                </a:cubicBezTo>
                <a:cubicBezTo>
                  <a:pt x="742937" y="1335167"/>
                  <a:pt x="728055" y="1341772"/>
                  <a:pt x="715618" y="1351722"/>
                </a:cubicBezTo>
                <a:cubicBezTo>
                  <a:pt x="705862" y="1359527"/>
                  <a:pt x="700597" y="1373304"/>
                  <a:pt x="689113" y="1378226"/>
                </a:cubicBezTo>
                <a:cubicBezTo>
                  <a:pt x="668410" y="1387099"/>
                  <a:pt x="644939" y="1387061"/>
                  <a:pt x="622852" y="1391478"/>
                </a:cubicBezTo>
                <a:cubicBezTo>
                  <a:pt x="577418" y="1459631"/>
                  <a:pt x="619695" y="1407257"/>
                  <a:pt x="556592" y="1457739"/>
                </a:cubicBezTo>
                <a:cubicBezTo>
                  <a:pt x="515509" y="1490605"/>
                  <a:pt x="544710" y="1483558"/>
                  <a:pt x="490331" y="1510748"/>
                </a:cubicBezTo>
                <a:cubicBezTo>
                  <a:pt x="477837" y="1516995"/>
                  <a:pt x="463414" y="1518497"/>
                  <a:pt x="450574" y="1524000"/>
                </a:cubicBezTo>
                <a:cubicBezTo>
                  <a:pt x="432416" y="1531782"/>
                  <a:pt x="415723" y="1542722"/>
                  <a:pt x="397565" y="1550504"/>
                </a:cubicBezTo>
                <a:cubicBezTo>
                  <a:pt x="365794" y="1564120"/>
                  <a:pt x="338420" y="1567403"/>
                  <a:pt x="304800" y="1577009"/>
                </a:cubicBezTo>
                <a:cubicBezTo>
                  <a:pt x="291369" y="1580847"/>
                  <a:pt x="278296" y="1585844"/>
                  <a:pt x="265044" y="1590261"/>
                </a:cubicBezTo>
                <a:cubicBezTo>
                  <a:pt x="220870" y="1585844"/>
                  <a:pt x="175591" y="1587776"/>
                  <a:pt x="132522" y="1577009"/>
                </a:cubicBezTo>
                <a:cubicBezTo>
                  <a:pt x="120401" y="1573979"/>
                  <a:pt x="115774" y="1558309"/>
                  <a:pt x="106018" y="1550504"/>
                </a:cubicBezTo>
                <a:cubicBezTo>
                  <a:pt x="93581" y="1540554"/>
                  <a:pt x="79513" y="1532835"/>
                  <a:pt x="66261" y="1524000"/>
                </a:cubicBezTo>
                <a:cubicBezTo>
                  <a:pt x="57426" y="1510748"/>
                  <a:pt x="46880" y="1498489"/>
                  <a:pt x="39757" y="1484243"/>
                </a:cubicBezTo>
                <a:cubicBezTo>
                  <a:pt x="11139" y="1427006"/>
                  <a:pt x="26505" y="1358909"/>
                  <a:pt x="26505" y="1298713"/>
                </a:cubicBezTo>
                <a:lnTo>
                  <a:pt x="0" y="1245704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Freeform 116"/>
          <p:cNvSpPr/>
          <p:nvPr/>
        </p:nvSpPr>
        <p:spPr>
          <a:xfrm rot="17281541">
            <a:off x="14584847" y="-1860308"/>
            <a:ext cx="1162595" cy="269909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Freeform 117"/>
          <p:cNvSpPr/>
          <p:nvPr/>
        </p:nvSpPr>
        <p:spPr>
          <a:xfrm rot="14425821" flipV="1">
            <a:off x="15211320" y="-1863556"/>
            <a:ext cx="1162595" cy="220876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Freeform 118"/>
          <p:cNvSpPr/>
          <p:nvPr/>
        </p:nvSpPr>
        <p:spPr>
          <a:xfrm rot="17026322" flipH="1">
            <a:off x="14166640" y="-3059583"/>
            <a:ext cx="410600" cy="65926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Freeform 119"/>
          <p:cNvSpPr/>
          <p:nvPr/>
        </p:nvSpPr>
        <p:spPr>
          <a:xfrm rot="581977">
            <a:off x="14553384" y="-3013830"/>
            <a:ext cx="167167" cy="373771"/>
          </a:xfrm>
          <a:custGeom>
            <a:avLst/>
            <a:gdLst>
              <a:gd name="connsiteX0" fmla="*/ 0 w 270494"/>
              <a:gd name="connsiteY0" fmla="*/ 104932 h 157397"/>
              <a:gd name="connsiteX1" fmla="*/ 0 w 270494"/>
              <a:gd name="connsiteY1" fmla="*/ 104932 h 157397"/>
              <a:gd name="connsiteX2" fmla="*/ 59960 w 270494"/>
              <a:gd name="connsiteY2" fmla="*/ 127417 h 157397"/>
              <a:gd name="connsiteX3" fmla="*/ 82446 w 270494"/>
              <a:gd name="connsiteY3" fmla="*/ 134912 h 157397"/>
              <a:gd name="connsiteX4" fmla="*/ 104931 w 270494"/>
              <a:gd name="connsiteY4" fmla="*/ 149902 h 157397"/>
              <a:gd name="connsiteX5" fmla="*/ 157396 w 270494"/>
              <a:gd name="connsiteY5" fmla="*/ 157397 h 157397"/>
              <a:gd name="connsiteX6" fmla="*/ 262328 w 270494"/>
              <a:gd name="connsiteY6" fmla="*/ 149902 h 157397"/>
              <a:gd name="connsiteX7" fmla="*/ 262328 w 270494"/>
              <a:gd name="connsiteY7" fmla="*/ 104932 h 157397"/>
              <a:gd name="connsiteX8" fmla="*/ 217357 w 270494"/>
              <a:gd name="connsiteY8" fmla="*/ 82446 h 157397"/>
              <a:gd name="connsiteX9" fmla="*/ 164891 w 270494"/>
              <a:gd name="connsiteY9" fmla="*/ 59961 h 157397"/>
              <a:gd name="connsiteX10" fmla="*/ 82446 w 270494"/>
              <a:gd name="connsiteY10" fmla="*/ 7495 h 157397"/>
              <a:gd name="connsiteX11" fmla="*/ 59960 w 270494"/>
              <a:gd name="connsiteY11" fmla="*/ 0 h 157397"/>
              <a:gd name="connsiteX12" fmla="*/ 37475 w 270494"/>
              <a:gd name="connsiteY12" fmla="*/ 7495 h 157397"/>
              <a:gd name="connsiteX13" fmla="*/ 29980 w 270494"/>
              <a:gd name="connsiteY13" fmla="*/ 29981 h 157397"/>
              <a:gd name="connsiteX14" fmla="*/ 0 w 270494"/>
              <a:gd name="connsiteY14" fmla="*/ 104932 h 15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0494" h="157397">
                <a:moveTo>
                  <a:pt x="0" y="104932"/>
                </a:moveTo>
                <a:lnTo>
                  <a:pt x="0" y="104932"/>
                </a:lnTo>
                <a:lnTo>
                  <a:pt x="59960" y="127417"/>
                </a:lnTo>
                <a:cubicBezTo>
                  <a:pt x="67385" y="130117"/>
                  <a:pt x="75379" y="131379"/>
                  <a:pt x="82446" y="134912"/>
                </a:cubicBezTo>
                <a:cubicBezTo>
                  <a:pt x="90503" y="138940"/>
                  <a:pt x="96303" y="147314"/>
                  <a:pt x="104931" y="149902"/>
                </a:cubicBezTo>
                <a:cubicBezTo>
                  <a:pt x="121852" y="154978"/>
                  <a:pt x="139908" y="154899"/>
                  <a:pt x="157396" y="157397"/>
                </a:cubicBezTo>
                <a:cubicBezTo>
                  <a:pt x="192373" y="154899"/>
                  <a:pt x="228446" y="158937"/>
                  <a:pt x="262328" y="149902"/>
                </a:cubicBezTo>
                <a:cubicBezTo>
                  <a:pt x="278801" y="145509"/>
                  <a:pt x="265842" y="109325"/>
                  <a:pt x="262328" y="104932"/>
                </a:cubicBezTo>
                <a:cubicBezTo>
                  <a:pt x="248007" y="87031"/>
                  <a:pt x="235462" y="91499"/>
                  <a:pt x="217357" y="82446"/>
                </a:cubicBezTo>
                <a:cubicBezTo>
                  <a:pt x="165597" y="56566"/>
                  <a:pt x="227287" y="75559"/>
                  <a:pt x="164891" y="59961"/>
                </a:cubicBezTo>
                <a:cubicBezTo>
                  <a:pt x="104451" y="-479"/>
                  <a:pt x="144591" y="23032"/>
                  <a:pt x="82446" y="7495"/>
                </a:cubicBezTo>
                <a:cubicBezTo>
                  <a:pt x="74781" y="5579"/>
                  <a:pt x="67455" y="2498"/>
                  <a:pt x="59960" y="0"/>
                </a:cubicBezTo>
                <a:cubicBezTo>
                  <a:pt x="52465" y="2498"/>
                  <a:pt x="43061" y="1908"/>
                  <a:pt x="37475" y="7495"/>
                </a:cubicBezTo>
                <a:cubicBezTo>
                  <a:pt x="31888" y="13082"/>
                  <a:pt x="33513" y="22914"/>
                  <a:pt x="29980" y="29981"/>
                </a:cubicBezTo>
                <a:cubicBezTo>
                  <a:pt x="13604" y="62733"/>
                  <a:pt x="14990" y="41187"/>
                  <a:pt x="0" y="1049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Oval 121"/>
          <p:cNvSpPr/>
          <p:nvPr/>
        </p:nvSpPr>
        <p:spPr>
          <a:xfrm>
            <a:off x="14643529" y="-3842201"/>
            <a:ext cx="1585435" cy="15942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Freeform 122"/>
          <p:cNvSpPr/>
          <p:nvPr/>
        </p:nvSpPr>
        <p:spPr>
          <a:xfrm>
            <a:off x="14702275" y="-3800939"/>
            <a:ext cx="1076240" cy="409242"/>
          </a:xfrm>
          <a:custGeom>
            <a:avLst/>
            <a:gdLst>
              <a:gd name="connsiteX0" fmla="*/ 1076240 w 1076240"/>
              <a:gd name="connsiteY0" fmla="*/ 0 h 409242"/>
              <a:gd name="connsiteX1" fmla="*/ 1076240 w 1076240"/>
              <a:gd name="connsiteY1" fmla="*/ 0 h 409242"/>
              <a:gd name="connsiteX2" fmla="*/ 1051964 w 1076240"/>
              <a:gd name="connsiteY2" fmla="*/ 28322 h 409242"/>
              <a:gd name="connsiteX3" fmla="*/ 1035780 w 1076240"/>
              <a:gd name="connsiteY3" fmla="*/ 32368 h 409242"/>
              <a:gd name="connsiteX4" fmla="*/ 1019596 w 1076240"/>
              <a:gd name="connsiteY4" fmla="*/ 44507 h 409242"/>
              <a:gd name="connsiteX5" fmla="*/ 1007458 w 1076240"/>
              <a:gd name="connsiteY5" fmla="*/ 48553 h 409242"/>
              <a:gd name="connsiteX6" fmla="*/ 983182 w 1076240"/>
              <a:gd name="connsiteY6" fmla="*/ 64737 h 409242"/>
              <a:gd name="connsiteX7" fmla="*/ 950814 w 1076240"/>
              <a:gd name="connsiteY7" fmla="*/ 72829 h 409242"/>
              <a:gd name="connsiteX8" fmla="*/ 926538 w 1076240"/>
              <a:gd name="connsiteY8" fmla="*/ 89013 h 409242"/>
              <a:gd name="connsiteX9" fmla="*/ 914400 w 1076240"/>
              <a:gd name="connsiteY9" fmla="*/ 97105 h 409242"/>
              <a:gd name="connsiteX10" fmla="*/ 890124 w 1076240"/>
              <a:gd name="connsiteY10" fmla="*/ 105197 h 409242"/>
              <a:gd name="connsiteX11" fmla="*/ 869894 w 1076240"/>
              <a:gd name="connsiteY11" fmla="*/ 121381 h 409242"/>
              <a:gd name="connsiteX12" fmla="*/ 853709 w 1076240"/>
              <a:gd name="connsiteY12" fmla="*/ 141611 h 409242"/>
              <a:gd name="connsiteX13" fmla="*/ 841571 w 1076240"/>
              <a:gd name="connsiteY13" fmla="*/ 145657 h 409242"/>
              <a:gd name="connsiteX14" fmla="*/ 829433 w 1076240"/>
              <a:gd name="connsiteY14" fmla="*/ 153749 h 409242"/>
              <a:gd name="connsiteX15" fmla="*/ 793019 w 1076240"/>
              <a:gd name="connsiteY15" fmla="*/ 169933 h 409242"/>
              <a:gd name="connsiteX16" fmla="*/ 784927 w 1076240"/>
              <a:gd name="connsiteY16" fmla="*/ 182071 h 409242"/>
              <a:gd name="connsiteX17" fmla="*/ 772789 w 1076240"/>
              <a:gd name="connsiteY17" fmla="*/ 186117 h 409242"/>
              <a:gd name="connsiteX18" fmla="*/ 760651 w 1076240"/>
              <a:gd name="connsiteY18" fmla="*/ 194209 h 409242"/>
              <a:gd name="connsiteX19" fmla="*/ 748513 w 1076240"/>
              <a:gd name="connsiteY19" fmla="*/ 198255 h 409242"/>
              <a:gd name="connsiteX20" fmla="*/ 720191 w 1076240"/>
              <a:gd name="connsiteY20" fmla="*/ 218485 h 409242"/>
              <a:gd name="connsiteX21" fmla="*/ 708053 w 1076240"/>
              <a:gd name="connsiteY21" fmla="*/ 230623 h 409242"/>
              <a:gd name="connsiteX22" fmla="*/ 683777 w 1076240"/>
              <a:gd name="connsiteY22" fmla="*/ 234669 h 409242"/>
              <a:gd name="connsiteX23" fmla="*/ 659501 w 1076240"/>
              <a:gd name="connsiteY23" fmla="*/ 250853 h 409242"/>
              <a:gd name="connsiteX24" fmla="*/ 631178 w 1076240"/>
              <a:gd name="connsiteY24" fmla="*/ 267037 h 409242"/>
              <a:gd name="connsiteX25" fmla="*/ 602856 w 1076240"/>
              <a:gd name="connsiteY25" fmla="*/ 275130 h 409242"/>
              <a:gd name="connsiteX26" fmla="*/ 590718 w 1076240"/>
              <a:gd name="connsiteY26" fmla="*/ 279176 h 409242"/>
              <a:gd name="connsiteX27" fmla="*/ 574534 w 1076240"/>
              <a:gd name="connsiteY27" fmla="*/ 283222 h 409242"/>
              <a:gd name="connsiteX28" fmla="*/ 546212 w 1076240"/>
              <a:gd name="connsiteY28" fmla="*/ 299406 h 409242"/>
              <a:gd name="connsiteX29" fmla="*/ 521936 w 1076240"/>
              <a:gd name="connsiteY29" fmla="*/ 311544 h 409242"/>
              <a:gd name="connsiteX30" fmla="*/ 489568 w 1076240"/>
              <a:gd name="connsiteY30" fmla="*/ 331774 h 409242"/>
              <a:gd name="connsiteX31" fmla="*/ 465292 w 1076240"/>
              <a:gd name="connsiteY31" fmla="*/ 339866 h 409242"/>
              <a:gd name="connsiteX32" fmla="*/ 436970 w 1076240"/>
              <a:gd name="connsiteY32" fmla="*/ 347958 h 409242"/>
              <a:gd name="connsiteX33" fmla="*/ 420786 w 1076240"/>
              <a:gd name="connsiteY33" fmla="*/ 356050 h 409242"/>
              <a:gd name="connsiteX34" fmla="*/ 376279 w 1076240"/>
              <a:gd name="connsiteY34" fmla="*/ 368188 h 409242"/>
              <a:gd name="connsiteX35" fmla="*/ 347957 w 1076240"/>
              <a:gd name="connsiteY35" fmla="*/ 376280 h 409242"/>
              <a:gd name="connsiteX36" fmla="*/ 319635 w 1076240"/>
              <a:gd name="connsiteY36" fmla="*/ 380326 h 409242"/>
              <a:gd name="connsiteX37" fmla="*/ 279175 w 1076240"/>
              <a:gd name="connsiteY37" fmla="*/ 388418 h 409242"/>
              <a:gd name="connsiteX38" fmla="*/ 258945 w 1076240"/>
              <a:gd name="connsiteY38" fmla="*/ 392464 h 409242"/>
              <a:gd name="connsiteX39" fmla="*/ 242761 w 1076240"/>
              <a:gd name="connsiteY39" fmla="*/ 396510 h 409242"/>
              <a:gd name="connsiteX40" fmla="*/ 214439 w 1076240"/>
              <a:gd name="connsiteY40" fmla="*/ 400556 h 409242"/>
              <a:gd name="connsiteX41" fmla="*/ 0 w 1076240"/>
              <a:gd name="connsiteY41" fmla="*/ 392464 h 40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76240" h="409242">
                <a:moveTo>
                  <a:pt x="1076240" y="0"/>
                </a:moveTo>
                <a:lnTo>
                  <a:pt x="1076240" y="0"/>
                </a:lnTo>
                <a:cubicBezTo>
                  <a:pt x="1068148" y="9441"/>
                  <a:pt x="1061673" y="20554"/>
                  <a:pt x="1051964" y="28322"/>
                </a:cubicBezTo>
                <a:cubicBezTo>
                  <a:pt x="1047622" y="31796"/>
                  <a:pt x="1040754" y="29881"/>
                  <a:pt x="1035780" y="32368"/>
                </a:cubicBezTo>
                <a:cubicBezTo>
                  <a:pt x="1029748" y="35384"/>
                  <a:pt x="1025451" y="41161"/>
                  <a:pt x="1019596" y="44507"/>
                </a:cubicBezTo>
                <a:cubicBezTo>
                  <a:pt x="1015893" y="46623"/>
                  <a:pt x="1011186" y="46482"/>
                  <a:pt x="1007458" y="48553"/>
                </a:cubicBezTo>
                <a:cubicBezTo>
                  <a:pt x="998956" y="53276"/>
                  <a:pt x="992617" y="62378"/>
                  <a:pt x="983182" y="64737"/>
                </a:cubicBezTo>
                <a:lnTo>
                  <a:pt x="950814" y="72829"/>
                </a:lnTo>
                <a:lnTo>
                  <a:pt x="926538" y="89013"/>
                </a:lnTo>
                <a:cubicBezTo>
                  <a:pt x="922492" y="91710"/>
                  <a:pt x="919013" y="95567"/>
                  <a:pt x="914400" y="97105"/>
                </a:cubicBezTo>
                <a:lnTo>
                  <a:pt x="890124" y="105197"/>
                </a:lnTo>
                <a:cubicBezTo>
                  <a:pt x="874008" y="129371"/>
                  <a:pt x="891608" y="108353"/>
                  <a:pt x="869894" y="121381"/>
                </a:cubicBezTo>
                <a:cubicBezTo>
                  <a:pt x="853392" y="131282"/>
                  <a:pt x="870253" y="128376"/>
                  <a:pt x="853709" y="141611"/>
                </a:cubicBezTo>
                <a:cubicBezTo>
                  <a:pt x="850379" y="144275"/>
                  <a:pt x="845386" y="143750"/>
                  <a:pt x="841571" y="145657"/>
                </a:cubicBezTo>
                <a:cubicBezTo>
                  <a:pt x="837222" y="147832"/>
                  <a:pt x="833479" y="151052"/>
                  <a:pt x="829433" y="153749"/>
                </a:cubicBezTo>
                <a:cubicBezTo>
                  <a:pt x="811224" y="181063"/>
                  <a:pt x="835622" y="150998"/>
                  <a:pt x="793019" y="169933"/>
                </a:cubicBezTo>
                <a:cubicBezTo>
                  <a:pt x="788575" y="171908"/>
                  <a:pt x="788724" y="179033"/>
                  <a:pt x="784927" y="182071"/>
                </a:cubicBezTo>
                <a:cubicBezTo>
                  <a:pt x="781597" y="184735"/>
                  <a:pt x="776604" y="184210"/>
                  <a:pt x="772789" y="186117"/>
                </a:cubicBezTo>
                <a:cubicBezTo>
                  <a:pt x="768440" y="188292"/>
                  <a:pt x="765000" y="192034"/>
                  <a:pt x="760651" y="194209"/>
                </a:cubicBezTo>
                <a:cubicBezTo>
                  <a:pt x="756836" y="196116"/>
                  <a:pt x="752328" y="196348"/>
                  <a:pt x="748513" y="198255"/>
                </a:cubicBezTo>
                <a:cubicBezTo>
                  <a:pt x="743390" y="200817"/>
                  <a:pt x="722757" y="216286"/>
                  <a:pt x="720191" y="218485"/>
                </a:cubicBezTo>
                <a:cubicBezTo>
                  <a:pt x="715847" y="222209"/>
                  <a:pt x="713282" y="228299"/>
                  <a:pt x="708053" y="230623"/>
                </a:cubicBezTo>
                <a:cubicBezTo>
                  <a:pt x="700556" y="233955"/>
                  <a:pt x="691869" y="233320"/>
                  <a:pt x="683777" y="234669"/>
                </a:cubicBezTo>
                <a:lnTo>
                  <a:pt x="659501" y="250853"/>
                </a:lnTo>
                <a:cubicBezTo>
                  <a:pt x="647308" y="258982"/>
                  <a:pt x="645556" y="260875"/>
                  <a:pt x="631178" y="267037"/>
                </a:cubicBezTo>
                <a:cubicBezTo>
                  <a:pt x="621468" y="271198"/>
                  <a:pt x="613134" y="272194"/>
                  <a:pt x="602856" y="275130"/>
                </a:cubicBezTo>
                <a:cubicBezTo>
                  <a:pt x="598755" y="276302"/>
                  <a:pt x="594819" y="278004"/>
                  <a:pt x="590718" y="279176"/>
                </a:cubicBezTo>
                <a:cubicBezTo>
                  <a:pt x="585371" y="280704"/>
                  <a:pt x="579741" y="281270"/>
                  <a:pt x="574534" y="283222"/>
                </a:cubicBezTo>
                <a:cubicBezTo>
                  <a:pt x="546161" y="293862"/>
                  <a:pt x="569689" y="287667"/>
                  <a:pt x="546212" y="299406"/>
                </a:cubicBezTo>
                <a:cubicBezTo>
                  <a:pt x="519490" y="312767"/>
                  <a:pt x="548992" y="292219"/>
                  <a:pt x="521936" y="311544"/>
                </a:cubicBezTo>
                <a:cubicBezTo>
                  <a:pt x="506442" y="322611"/>
                  <a:pt x="506850" y="324861"/>
                  <a:pt x="489568" y="331774"/>
                </a:cubicBezTo>
                <a:cubicBezTo>
                  <a:pt x="481648" y="334942"/>
                  <a:pt x="473567" y="337797"/>
                  <a:pt x="465292" y="339866"/>
                </a:cubicBezTo>
                <a:cubicBezTo>
                  <a:pt x="457079" y="341919"/>
                  <a:pt x="445096" y="344475"/>
                  <a:pt x="436970" y="347958"/>
                </a:cubicBezTo>
                <a:cubicBezTo>
                  <a:pt x="431426" y="350334"/>
                  <a:pt x="426330" y="353674"/>
                  <a:pt x="420786" y="356050"/>
                </a:cubicBezTo>
                <a:cubicBezTo>
                  <a:pt x="408540" y="361298"/>
                  <a:pt x="385552" y="365097"/>
                  <a:pt x="376279" y="368188"/>
                </a:cubicBezTo>
                <a:cubicBezTo>
                  <a:pt x="365879" y="371655"/>
                  <a:pt x="359134" y="374248"/>
                  <a:pt x="347957" y="376280"/>
                </a:cubicBezTo>
                <a:cubicBezTo>
                  <a:pt x="338574" y="377986"/>
                  <a:pt x="329026" y="378669"/>
                  <a:pt x="319635" y="380326"/>
                </a:cubicBezTo>
                <a:cubicBezTo>
                  <a:pt x="306091" y="382716"/>
                  <a:pt x="292662" y="385721"/>
                  <a:pt x="279175" y="388418"/>
                </a:cubicBezTo>
                <a:cubicBezTo>
                  <a:pt x="272432" y="389767"/>
                  <a:pt x="265617" y="390796"/>
                  <a:pt x="258945" y="392464"/>
                </a:cubicBezTo>
                <a:cubicBezTo>
                  <a:pt x="253550" y="393813"/>
                  <a:pt x="248232" y="395515"/>
                  <a:pt x="242761" y="396510"/>
                </a:cubicBezTo>
                <a:cubicBezTo>
                  <a:pt x="233378" y="398216"/>
                  <a:pt x="223880" y="399207"/>
                  <a:pt x="214439" y="400556"/>
                </a:cubicBezTo>
                <a:cubicBezTo>
                  <a:pt x="5077" y="396451"/>
                  <a:pt x="69625" y="427276"/>
                  <a:pt x="0" y="392464"/>
                </a:cubicBezTo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Freeform 123"/>
          <p:cNvSpPr/>
          <p:nvPr/>
        </p:nvSpPr>
        <p:spPr>
          <a:xfrm>
            <a:off x="14706321" y="-3886645"/>
            <a:ext cx="1056010" cy="466032"/>
          </a:xfrm>
          <a:custGeom>
            <a:avLst/>
            <a:gdLst>
              <a:gd name="connsiteX0" fmla="*/ 0 w 1031734"/>
              <a:gd name="connsiteY0" fmla="*/ 392464 h 441016"/>
              <a:gd name="connsiteX1" fmla="*/ 0 w 1031734"/>
              <a:gd name="connsiteY1" fmla="*/ 392464 h 441016"/>
              <a:gd name="connsiteX2" fmla="*/ 16184 w 1031734"/>
              <a:gd name="connsiteY2" fmla="*/ 424832 h 441016"/>
              <a:gd name="connsiteX3" fmla="*/ 20230 w 1031734"/>
              <a:gd name="connsiteY3" fmla="*/ 436970 h 441016"/>
              <a:gd name="connsiteX4" fmla="*/ 32368 w 1031734"/>
              <a:gd name="connsiteY4" fmla="*/ 441016 h 441016"/>
              <a:gd name="connsiteX5" fmla="*/ 80920 w 1031734"/>
              <a:gd name="connsiteY5" fmla="*/ 408648 h 441016"/>
              <a:gd name="connsiteX6" fmla="*/ 93058 w 1031734"/>
              <a:gd name="connsiteY6" fmla="*/ 400556 h 441016"/>
              <a:gd name="connsiteX7" fmla="*/ 129472 w 1031734"/>
              <a:gd name="connsiteY7" fmla="*/ 392464 h 441016"/>
              <a:gd name="connsiteX8" fmla="*/ 141610 w 1031734"/>
              <a:gd name="connsiteY8" fmla="*/ 388418 h 441016"/>
              <a:gd name="connsiteX9" fmla="*/ 161840 w 1031734"/>
              <a:gd name="connsiteY9" fmla="*/ 384372 h 441016"/>
              <a:gd name="connsiteX10" fmla="*/ 178025 w 1031734"/>
              <a:gd name="connsiteY10" fmla="*/ 380326 h 441016"/>
              <a:gd name="connsiteX11" fmla="*/ 226577 w 1031734"/>
              <a:gd name="connsiteY11" fmla="*/ 368188 h 441016"/>
              <a:gd name="connsiteX12" fmla="*/ 250853 w 1031734"/>
              <a:gd name="connsiteY12" fmla="*/ 360096 h 441016"/>
              <a:gd name="connsiteX13" fmla="*/ 275129 w 1031734"/>
              <a:gd name="connsiteY13" fmla="*/ 352004 h 441016"/>
              <a:gd name="connsiteX14" fmla="*/ 287267 w 1031734"/>
              <a:gd name="connsiteY14" fmla="*/ 347958 h 441016"/>
              <a:gd name="connsiteX15" fmla="*/ 323681 w 1031734"/>
              <a:gd name="connsiteY15" fmla="*/ 343912 h 441016"/>
              <a:gd name="connsiteX16" fmla="*/ 335819 w 1031734"/>
              <a:gd name="connsiteY16" fmla="*/ 339866 h 441016"/>
              <a:gd name="connsiteX17" fmla="*/ 352003 w 1031734"/>
              <a:gd name="connsiteY17" fmla="*/ 335820 h 441016"/>
              <a:gd name="connsiteX18" fmla="*/ 368187 w 1031734"/>
              <a:gd name="connsiteY18" fmla="*/ 327728 h 441016"/>
              <a:gd name="connsiteX19" fmla="*/ 400555 w 1031734"/>
              <a:gd name="connsiteY19" fmla="*/ 319636 h 441016"/>
              <a:gd name="connsiteX20" fmla="*/ 416740 w 1031734"/>
              <a:gd name="connsiteY20" fmla="*/ 311543 h 441016"/>
              <a:gd name="connsiteX21" fmla="*/ 436970 w 1031734"/>
              <a:gd name="connsiteY21" fmla="*/ 307497 h 441016"/>
              <a:gd name="connsiteX22" fmla="*/ 453154 w 1031734"/>
              <a:gd name="connsiteY22" fmla="*/ 303451 h 441016"/>
              <a:gd name="connsiteX23" fmla="*/ 497660 w 1031734"/>
              <a:gd name="connsiteY23" fmla="*/ 295359 h 441016"/>
              <a:gd name="connsiteX24" fmla="*/ 505752 w 1031734"/>
              <a:gd name="connsiteY24" fmla="*/ 283221 h 441016"/>
              <a:gd name="connsiteX25" fmla="*/ 517890 w 1031734"/>
              <a:gd name="connsiteY25" fmla="*/ 279175 h 441016"/>
              <a:gd name="connsiteX26" fmla="*/ 530028 w 1031734"/>
              <a:gd name="connsiteY26" fmla="*/ 271083 h 441016"/>
              <a:gd name="connsiteX27" fmla="*/ 546212 w 1031734"/>
              <a:gd name="connsiteY27" fmla="*/ 258945 h 441016"/>
              <a:gd name="connsiteX28" fmla="*/ 558350 w 1031734"/>
              <a:gd name="connsiteY28" fmla="*/ 254899 h 441016"/>
              <a:gd name="connsiteX29" fmla="*/ 574534 w 1031734"/>
              <a:gd name="connsiteY29" fmla="*/ 246807 h 441016"/>
              <a:gd name="connsiteX30" fmla="*/ 590718 w 1031734"/>
              <a:gd name="connsiteY30" fmla="*/ 242761 h 441016"/>
              <a:gd name="connsiteX31" fmla="*/ 614994 w 1031734"/>
              <a:gd name="connsiteY31" fmla="*/ 234669 h 441016"/>
              <a:gd name="connsiteX32" fmla="*/ 631178 w 1031734"/>
              <a:gd name="connsiteY32" fmla="*/ 230623 h 441016"/>
              <a:gd name="connsiteX33" fmla="*/ 651409 w 1031734"/>
              <a:gd name="connsiteY33" fmla="*/ 222531 h 441016"/>
              <a:gd name="connsiteX34" fmla="*/ 667593 w 1031734"/>
              <a:gd name="connsiteY34" fmla="*/ 214439 h 441016"/>
              <a:gd name="connsiteX35" fmla="*/ 683777 w 1031734"/>
              <a:gd name="connsiteY35" fmla="*/ 210393 h 441016"/>
              <a:gd name="connsiteX36" fmla="*/ 712099 w 1031734"/>
              <a:gd name="connsiteY36" fmla="*/ 194209 h 441016"/>
              <a:gd name="connsiteX37" fmla="*/ 724237 w 1031734"/>
              <a:gd name="connsiteY37" fmla="*/ 190163 h 441016"/>
              <a:gd name="connsiteX38" fmla="*/ 748513 w 1031734"/>
              <a:gd name="connsiteY38" fmla="*/ 169933 h 441016"/>
              <a:gd name="connsiteX39" fmla="*/ 772789 w 1031734"/>
              <a:gd name="connsiteY39" fmla="*/ 157795 h 441016"/>
              <a:gd name="connsiteX40" fmla="*/ 784927 w 1031734"/>
              <a:gd name="connsiteY40" fmla="*/ 145657 h 441016"/>
              <a:gd name="connsiteX41" fmla="*/ 809203 w 1031734"/>
              <a:gd name="connsiteY41" fmla="*/ 129473 h 441016"/>
              <a:gd name="connsiteX42" fmla="*/ 865848 w 1031734"/>
              <a:gd name="connsiteY42" fmla="*/ 117335 h 441016"/>
              <a:gd name="connsiteX43" fmla="*/ 894170 w 1031734"/>
              <a:gd name="connsiteY43" fmla="*/ 109243 h 441016"/>
              <a:gd name="connsiteX44" fmla="*/ 910354 w 1031734"/>
              <a:gd name="connsiteY44" fmla="*/ 105197 h 441016"/>
              <a:gd name="connsiteX45" fmla="*/ 922492 w 1031734"/>
              <a:gd name="connsiteY45" fmla="*/ 101151 h 441016"/>
              <a:gd name="connsiteX46" fmla="*/ 946768 w 1031734"/>
              <a:gd name="connsiteY46" fmla="*/ 97105 h 441016"/>
              <a:gd name="connsiteX47" fmla="*/ 971044 w 1031734"/>
              <a:gd name="connsiteY47" fmla="*/ 89013 h 441016"/>
              <a:gd name="connsiteX48" fmla="*/ 1019596 w 1031734"/>
              <a:gd name="connsiteY48" fmla="*/ 76874 h 441016"/>
              <a:gd name="connsiteX49" fmla="*/ 1031734 w 1031734"/>
              <a:gd name="connsiteY49" fmla="*/ 68782 h 441016"/>
              <a:gd name="connsiteX50" fmla="*/ 1019596 w 1031734"/>
              <a:gd name="connsiteY50" fmla="*/ 56644 h 441016"/>
              <a:gd name="connsiteX51" fmla="*/ 991274 w 1031734"/>
              <a:gd name="connsiteY51" fmla="*/ 48552 h 441016"/>
              <a:gd name="connsiteX52" fmla="*/ 979136 w 1031734"/>
              <a:gd name="connsiteY52" fmla="*/ 40460 h 441016"/>
              <a:gd name="connsiteX53" fmla="*/ 958906 w 1031734"/>
              <a:gd name="connsiteY53" fmla="*/ 36414 h 441016"/>
              <a:gd name="connsiteX54" fmla="*/ 946768 w 1031734"/>
              <a:gd name="connsiteY54" fmla="*/ 32368 h 441016"/>
              <a:gd name="connsiteX55" fmla="*/ 930584 w 1031734"/>
              <a:gd name="connsiteY55" fmla="*/ 28322 h 441016"/>
              <a:gd name="connsiteX56" fmla="*/ 865848 w 1031734"/>
              <a:gd name="connsiteY56" fmla="*/ 16184 h 441016"/>
              <a:gd name="connsiteX57" fmla="*/ 837525 w 1031734"/>
              <a:gd name="connsiteY57" fmla="*/ 8092 h 441016"/>
              <a:gd name="connsiteX58" fmla="*/ 801111 w 1031734"/>
              <a:gd name="connsiteY58" fmla="*/ 0 h 441016"/>
              <a:gd name="connsiteX59" fmla="*/ 449108 w 1031734"/>
              <a:gd name="connsiteY59" fmla="*/ 4046 h 441016"/>
              <a:gd name="connsiteX60" fmla="*/ 436970 w 1031734"/>
              <a:gd name="connsiteY60" fmla="*/ 8092 h 441016"/>
              <a:gd name="connsiteX61" fmla="*/ 408648 w 1031734"/>
              <a:gd name="connsiteY61" fmla="*/ 16184 h 441016"/>
              <a:gd name="connsiteX62" fmla="*/ 400555 w 1031734"/>
              <a:gd name="connsiteY62" fmla="*/ 24276 h 441016"/>
              <a:gd name="connsiteX63" fmla="*/ 388417 w 1031734"/>
              <a:gd name="connsiteY63" fmla="*/ 28322 h 441016"/>
              <a:gd name="connsiteX64" fmla="*/ 372233 w 1031734"/>
              <a:gd name="connsiteY64" fmla="*/ 36414 h 441016"/>
              <a:gd name="connsiteX65" fmla="*/ 347957 w 1031734"/>
              <a:gd name="connsiteY65" fmla="*/ 52598 h 441016"/>
              <a:gd name="connsiteX66" fmla="*/ 327727 w 1031734"/>
              <a:gd name="connsiteY66" fmla="*/ 72828 h 441016"/>
              <a:gd name="connsiteX67" fmla="*/ 311543 w 1031734"/>
              <a:gd name="connsiteY67" fmla="*/ 93059 h 441016"/>
              <a:gd name="connsiteX68" fmla="*/ 299405 w 1031734"/>
              <a:gd name="connsiteY68" fmla="*/ 97105 h 441016"/>
              <a:gd name="connsiteX69" fmla="*/ 287267 w 1031734"/>
              <a:gd name="connsiteY69" fmla="*/ 109243 h 441016"/>
              <a:gd name="connsiteX70" fmla="*/ 262991 w 1031734"/>
              <a:gd name="connsiteY70" fmla="*/ 117335 h 441016"/>
              <a:gd name="connsiteX71" fmla="*/ 242761 w 1031734"/>
              <a:gd name="connsiteY71" fmla="*/ 141611 h 441016"/>
              <a:gd name="connsiteX72" fmla="*/ 226577 w 1031734"/>
              <a:gd name="connsiteY72" fmla="*/ 165887 h 441016"/>
              <a:gd name="connsiteX73" fmla="*/ 198255 w 1031734"/>
              <a:gd name="connsiteY73" fmla="*/ 173979 h 441016"/>
              <a:gd name="connsiteX74" fmla="*/ 169932 w 1031734"/>
              <a:gd name="connsiteY74" fmla="*/ 190163 h 441016"/>
              <a:gd name="connsiteX75" fmla="*/ 157794 w 1031734"/>
              <a:gd name="connsiteY75" fmla="*/ 194209 h 441016"/>
              <a:gd name="connsiteX76" fmla="*/ 145656 w 1031734"/>
              <a:gd name="connsiteY76" fmla="*/ 202301 h 441016"/>
              <a:gd name="connsiteX77" fmla="*/ 129472 w 1031734"/>
              <a:gd name="connsiteY77" fmla="*/ 206347 h 441016"/>
              <a:gd name="connsiteX78" fmla="*/ 105196 w 1031734"/>
              <a:gd name="connsiteY78" fmla="*/ 214439 h 441016"/>
              <a:gd name="connsiteX79" fmla="*/ 84966 w 1031734"/>
              <a:gd name="connsiteY79" fmla="*/ 238715 h 441016"/>
              <a:gd name="connsiteX80" fmla="*/ 76874 w 1031734"/>
              <a:gd name="connsiteY80" fmla="*/ 250853 h 441016"/>
              <a:gd name="connsiteX81" fmla="*/ 60690 w 1031734"/>
              <a:gd name="connsiteY81" fmla="*/ 254899 h 441016"/>
              <a:gd name="connsiteX82" fmla="*/ 48552 w 1031734"/>
              <a:gd name="connsiteY82" fmla="*/ 283221 h 441016"/>
              <a:gd name="connsiteX83" fmla="*/ 36414 w 1031734"/>
              <a:gd name="connsiteY83" fmla="*/ 291313 h 441016"/>
              <a:gd name="connsiteX84" fmla="*/ 28322 w 1031734"/>
              <a:gd name="connsiteY84" fmla="*/ 303451 h 441016"/>
              <a:gd name="connsiteX85" fmla="*/ 0 w 1031734"/>
              <a:gd name="connsiteY85" fmla="*/ 392464 h 44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031734" h="441016">
                <a:moveTo>
                  <a:pt x="0" y="392464"/>
                </a:moveTo>
                <a:lnTo>
                  <a:pt x="0" y="392464"/>
                </a:lnTo>
                <a:cubicBezTo>
                  <a:pt x="5395" y="403253"/>
                  <a:pt x="11192" y="413850"/>
                  <a:pt x="16184" y="424832"/>
                </a:cubicBezTo>
                <a:cubicBezTo>
                  <a:pt x="17949" y="428715"/>
                  <a:pt x="17214" y="433954"/>
                  <a:pt x="20230" y="436970"/>
                </a:cubicBezTo>
                <a:cubicBezTo>
                  <a:pt x="23246" y="439986"/>
                  <a:pt x="28322" y="439667"/>
                  <a:pt x="32368" y="441016"/>
                </a:cubicBezTo>
                <a:lnTo>
                  <a:pt x="80920" y="408648"/>
                </a:lnTo>
                <a:cubicBezTo>
                  <a:pt x="84966" y="405951"/>
                  <a:pt x="88445" y="402094"/>
                  <a:pt x="93058" y="400556"/>
                </a:cubicBezTo>
                <a:cubicBezTo>
                  <a:pt x="120382" y="391448"/>
                  <a:pt x="86748" y="401958"/>
                  <a:pt x="129472" y="392464"/>
                </a:cubicBezTo>
                <a:cubicBezTo>
                  <a:pt x="133635" y="391539"/>
                  <a:pt x="137472" y="389452"/>
                  <a:pt x="141610" y="388418"/>
                </a:cubicBezTo>
                <a:cubicBezTo>
                  <a:pt x="148282" y="386750"/>
                  <a:pt x="155127" y="385864"/>
                  <a:pt x="161840" y="384372"/>
                </a:cubicBezTo>
                <a:cubicBezTo>
                  <a:pt x="167269" y="383166"/>
                  <a:pt x="172630" y="381675"/>
                  <a:pt x="178025" y="380326"/>
                </a:cubicBezTo>
                <a:cubicBezTo>
                  <a:pt x="210583" y="364047"/>
                  <a:pt x="176239" y="378975"/>
                  <a:pt x="226577" y="368188"/>
                </a:cubicBezTo>
                <a:cubicBezTo>
                  <a:pt x="234917" y="366401"/>
                  <a:pt x="242761" y="362793"/>
                  <a:pt x="250853" y="360096"/>
                </a:cubicBezTo>
                <a:lnTo>
                  <a:pt x="275129" y="352004"/>
                </a:lnTo>
                <a:cubicBezTo>
                  <a:pt x="279175" y="350655"/>
                  <a:pt x="283028" y="348429"/>
                  <a:pt x="287267" y="347958"/>
                </a:cubicBezTo>
                <a:lnTo>
                  <a:pt x="323681" y="343912"/>
                </a:lnTo>
                <a:cubicBezTo>
                  <a:pt x="327727" y="342563"/>
                  <a:pt x="331718" y="341038"/>
                  <a:pt x="335819" y="339866"/>
                </a:cubicBezTo>
                <a:cubicBezTo>
                  <a:pt x="341166" y="338338"/>
                  <a:pt x="346796" y="337772"/>
                  <a:pt x="352003" y="335820"/>
                </a:cubicBezTo>
                <a:cubicBezTo>
                  <a:pt x="357650" y="333702"/>
                  <a:pt x="362465" y="329635"/>
                  <a:pt x="368187" y="327728"/>
                </a:cubicBezTo>
                <a:cubicBezTo>
                  <a:pt x="396677" y="318231"/>
                  <a:pt x="379364" y="328718"/>
                  <a:pt x="400555" y="319636"/>
                </a:cubicBezTo>
                <a:cubicBezTo>
                  <a:pt x="406099" y="317260"/>
                  <a:pt x="411018" y="313451"/>
                  <a:pt x="416740" y="311543"/>
                </a:cubicBezTo>
                <a:cubicBezTo>
                  <a:pt x="423264" y="309368"/>
                  <a:pt x="430257" y="308989"/>
                  <a:pt x="436970" y="307497"/>
                </a:cubicBezTo>
                <a:cubicBezTo>
                  <a:pt x="442398" y="306291"/>
                  <a:pt x="447683" y="304446"/>
                  <a:pt x="453154" y="303451"/>
                </a:cubicBezTo>
                <a:cubicBezTo>
                  <a:pt x="506310" y="293786"/>
                  <a:pt x="460953" y="304536"/>
                  <a:pt x="497660" y="295359"/>
                </a:cubicBezTo>
                <a:cubicBezTo>
                  <a:pt x="500357" y="291313"/>
                  <a:pt x="501955" y="286259"/>
                  <a:pt x="505752" y="283221"/>
                </a:cubicBezTo>
                <a:cubicBezTo>
                  <a:pt x="509082" y="280557"/>
                  <a:pt x="514075" y="281082"/>
                  <a:pt x="517890" y="279175"/>
                </a:cubicBezTo>
                <a:cubicBezTo>
                  <a:pt x="522239" y="277000"/>
                  <a:pt x="526071" y="273909"/>
                  <a:pt x="530028" y="271083"/>
                </a:cubicBezTo>
                <a:cubicBezTo>
                  <a:pt x="535515" y="267164"/>
                  <a:pt x="540357" y="262291"/>
                  <a:pt x="546212" y="258945"/>
                </a:cubicBezTo>
                <a:cubicBezTo>
                  <a:pt x="549915" y="256829"/>
                  <a:pt x="554430" y="256579"/>
                  <a:pt x="558350" y="254899"/>
                </a:cubicBezTo>
                <a:cubicBezTo>
                  <a:pt x="563894" y="252523"/>
                  <a:pt x="568887" y="248925"/>
                  <a:pt x="574534" y="246807"/>
                </a:cubicBezTo>
                <a:cubicBezTo>
                  <a:pt x="579741" y="244855"/>
                  <a:pt x="585392" y="244359"/>
                  <a:pt x="590718" y="242761"/>
                </a:cubicBezTo>
                <a:cubicBezTo>
                  <a:pt x="598888" y="240310"/>
                  <a:pt x="606719" y="236738"/>
                  <a:pt x="614994" y="234669"/>
                </a:cubicBezTo>
                <a:cubicBezTo>
                  <a:pt x="620389" y="233320"/>
                  <a:pt x="625903" y="232381"/>
                  <a:pt x="631178" y="230623"/>
                </a:cubicBezTo>
                <a:cubicBezTo>
                  <a:pt x="638068" y="228326"/>
                  <a:pt x="644772" y="225481"/>
                  <a:pt x="651409" y="222531"/>
                </a:cubicBezTo>
                <a:cubicBezTo>
                  <a:pt x="656921" y="220081"/>
                  <a:pt x="661946" y="216557"/>
                  <a:pt x="667593" y="214439"/>
                </a:cubicBezTo>
                <a:cubicBezTo>
                  <a:pt x="672800" y="212487"/>
                  <a:pt x="678570" y="212345"/>
                  <a:pt x="683777" y="210393"/>
                </a:cubicBezTo>
                <a:cubicBezTo>
                  <a:pt x="712150" y="199753"/>
                  <a:pt x="688622" y="205948"/>
                  <a:pt x="712099" y="194209"/>
                </a:cubicBezTo>
                <a:cubicBezTo>
                  <a:pt x="715914" y="192302"/>
                  <a:pt x="720191" y="191512"/>
                  <a:pt x="724237" y="190163"/>
                </a:cubicBezTo>
                <a:cubicBezTo>
                  <a:pt x="733185" y="181215"/>
                  <a:pt x="737247" y="175566"/>
                  <a:pt x="748513" y="169933"/>
                </a:cubicBezTo>
                <a:cubicBezTo>
                  <a:pt x="766761" y="160809"/>
                  <a:pt x="755396" y="172289"/>
                  <a:pt x="772789" y="157795"/>
                </a:cubicBezTo>
                <a:cubicBezTo>
                  <a:pt x="777185" y="154132"/>
                  <a:pt x="780410" y="149170"/>
                  <a:pt x="784927" y="145657"/>
                </a:cubicBezTo>
                <a:cubicBezTo>
                  <a:pt x="792604" y="139686"/>
                  <a:pt x="799977" y="132548"/>
                  <a:pt x="809203" y="129473"/>
                </a:cubicBezTo>
                <a:cubicBezTo>
                  <a:pt x="843795" y="117942"/>
                  <a:pt x="825015" y="122439"/>
                  <a:pt x="865848" y="117335"/>
                </a:cubicBezTo>
                <a:cubicBezTo>
                  <a:pt x="916442" y="104687"/>
                  <a:pt x="853539" y="120852"/>
                  <a:pt x="894170" y="109243"/>
                </a:cubicBezTo>
                <a:cubicBezTo>
                  <a:pt x="899517" y="107715"/>
                  <a:pt x="905007" y="106725"/>
                  <a:pt x="910354" y="105197"/>
                </a:cubicBezTo>
                <a:cubicBezTo>
                  <a:pt x="914455" y="104025"/>
                  <a:pt x="918329" y="102076"/>
                  <a:pt x="922492" y="101151"/>
                </a:cubicBezTo>
                <a:cubicBezTo>
                  <a:pt x="930500" y="99371"/>
                  <a:pt x="938809" y="99095"/>
                  <a:pt x="946768" y="97105"/>
                </a:cubicBezTo>
                <a:cubicBezTo>
                  <a:pt x="955043" y="95036"/>
                  <a:pt x="962630" y="90416"/>
                  <a:pt x="971044" y="89013"/>
                </a:cubicBezTo>
                <a:cubicBezTo>
                  <a:pt x="983176" y="86990"/>
                  <a:pt x="1008912" y="83997"/>
                  <a:pt x="1019596" y="76874"/>
                </a:cubicBezTo>
                <a:lnTo>
                  <a:pt x="1031734" y="68782"/>
                </a:lnTo>
                <a:cubicBezTo>
                  <a:pt x="1027688" y="64736"/>
                  <a:pt x="1024357" y="59818"/>
                  <a:pt x="1019596" y="56644"/>
                </a:cubicBezTo>
                <a:cubicBezTo>
                  <a:pt x="1016113" y="54322"/>
                  <a:pt x="993432" y="49092"/>
                  <a:pt x="991274" y="48552"/>
                </a:cubicBezTo>
                <a:cubicBezTo>
                  <a:pt x="987228" y="45855"/>
                  <a:pt x="983689" y="42167"/>
                  <a:pt x="979136" y="40460"/>
                </a:cubicBezTo>
                <a:cubicBezTo>
                  <a:pt x="972697" y="38045"/>
                  <a:pt x="965578" y="38082"/>
                  <a:pt x="958906" y="36414"/>
                </a:cubicBezTo>
                <a:cubicBezTo>
                  <a:pt x="954768" y="35380"/>
                  <a:pt x="950869" y="33540"/>
                  <a:pt x="946768" y="32368"/>
                </a:cubicBezTo>
                <a:cubicBezTo>
                  <a:pt x="941421" y="30840"/>
                  <a:pt x="935979" y="29671"/>
                  <a:pt x="930584" y="28322"/>
                </a:cubicBezTo>
                <a:cubicBezTo>
                  <a:pt x="902637" y="9690"/>
                  <a:pt x="927555" y="23444"/>
                  <a:pt x="865848" y="16184"/>
                </a:cubicBezTo>
                <a:cubicBezTo>
                  <a:pt x="847118" y="13981"/>
                  <a:pt x="853717" y="11690"/>
                  <a:pt x="837525" y="8092"/>
                </a:cubicBezTo>
                <a:cubicBezTo>
                  <a:pt x="794801" y="-1402"/>
                  <a:pt x="828435" y="9108"/>
                  <a:pt x="801111" y="0"/>
                </a:cubicBezTo>
                <a:lnTo>
                  <a:pt x="449108" y="4046"/>
                </a:lnTo>
                <a:cubicBezTo>
                  <a:pt x="444844" y="4141"/>
                  <a:pt x="441071" y="6920"/>
                  <a:pt x="436970" y="8092"/>
                </a:cubicBezTo>
                <a:cubicBezTo>
                  <a:pt x="401407" y="18253"/>
                  <a:pt x="437751" y="6483"/>
                  <a:pt x="408648" y="16184"/>
                </a:cubicBezTo>
                <a:cubicBezTo>
                  <a:pt x="405950" y="18881"/>
                  <a:pt x="403826" y="22313"/>
                  <a:pt x="400555" y="24276"/>
                </a:cubicBezTo>
                <a:cubicBezTo>
                  <a:pt x="396898" y="26470"/>
                  <a:pt x="392337" y="26642"/>
                  <a:pt x="388417" y="28322"/>
                </a:cubicBezTo>
                <a:cubicBezTo>
                  <a:pt x="382873" y="30698"/>
                  <a:pt x="377405" y="33311"/>
                  <a:pt x="372233" y="36414"/>
                </a:cubicBezTo>
                <a:cubicBezTo>
                  <a:pt x="363894" y="41418"/>
                  <a:pt x="347957" y="52598"/>
                  <a:pt x="347957" y="52598"/>
                </a:cubicBezTo>
                <a:cubicBezTo>
                  <a:pt x="326378" y="84966"/>
                  <a:pt x="354700" y="45855"/>
                  <a:pt x="327727" y="72828"/>
                </a:cubicBezTo>
                <a:cubicBezTo>
                  <a:pt x="319459" y="81096"/>
                  <a:pt x="321551" y="87054"/>
                  <a:pt x="311543" y="93059"/>
                </a:cubicBezTo>
                <a:cubicBezTo>
                  <a:pt x="307886" y="95253"/>
                  <a:pt x="303451" y="95756"/>
                  <a:pt x="299405" y="97105"/>
                </a:cubicBezTo>
                <a:cubicBezTo>
                  <a:pt x="295359" y="101151"/>
                  <a:pt x="292269" y="106464"/>
                  <a:pt x="287267" y="109243"/>
                </a:cubicBezTo>
                <a:cubicBezTo>
                  <a:pt x="279811" y="113385"/>
                  <a:pt x="262991" y="117335"/>
                  <a:pt x="262991" y="117335"/>
                </a:cubicBezTo>
                <a:cubicBezTo>
                  <a:pt x="234075" y="160709"/>
                  <a:pt x="279106" y="94882"/>
                  <a:pt x="242761" y="141611"/>
                </a:cubicBezTo>
                <a:cubicBezTo>
                  <a:pt x="236790" y="149288"/>
                  <a:pt x="235803" y="162812"/>
                  <a:pt x="226577" y="165887"/>
                </a:cubicBezTo>
                <a:cubicBezTo>
                  <a:pt x="209164" y="171691"/>
                  <a:pt x="218577" y="168899"/>
                  <a:pt x="198255" y="173979"/>
                </a:cubicBezTo>
                <a:cubicBezTo>
                  <a:pt x="186063" y="182107"/>
                  <a:pt x="184308" y="184002"/>
                  <a:pt x="169932" y="190163"/>
                </a:cubicBezTo>
                <a:cubicBezTo>
                  <a:pt x="166012" y="191843"/>
                  <a:pt x="161609" y="192302"/>
                  <a:pt x="157794" y="194209"/>
                </a:cubicBezTo>
                <a:cubicBezTo>
                  <a:pt x="153445" y="196384"/>
                  <a:pt x="150126" y="200385"/>
                  <a:pt x="145656" y="202301"/>
                </a:cubicBezTo>
                <a:cubicBezTo>
                  <a:pt x="140545" y="204491"/>
                  <a:pt x="134798" y="204749"/>
                  <a:pt x="129472" y="206347"/>
                </a:cubicBezTo>
                <a:cubicBezTo>
                  <a:pt x="121302" y="208798"/>
                  <a:pt x="105196" y="214439"/>
                  <a:pt x="105196" y="214439"/>
                </a:cubicBezTo>
                <a:cubicBezTo>
                  <a:pt x="85105" y="244575"/>
                  <a:pt x="110927" y="207562"/>
                  <a:pt x="84966" y="238715"/>
                </a:cubicBezTo>
                <a:cubicBezTo>
                  <a:pt x="81853" y="242451"/>
                  <a:pt x="80920" y="248156"/>
                  <a:pt x="76874" y="250853"/>
                </a:cubicBezTo>
                <a:cubicBezTo>
                  <a:pt x="72247" y="253938"/>
                  <a:pt x="66085" y="253550"/>
                  <a:pt x="60690" y="254899"/>
                </a:cubicBezTo>
                <a:cubicBezTo>
                  <a:pt x="57595" y="267280"/>
                  <a:pt x="57866" y="273907"/>
                  <a:pt x="48552" y="283221"/>
                </a:cubicBezTo>
                <a:cubicBezTo>
                  <a:pt x="45114" y="286659"/>
                  <a:pt x="40460" y="288616"/>
                  <a:pt x="36414" y="291313"/>
                </a:cubicBezTo>
                <a:cubicBezTo>
                  <a:pt x="33717" y="295359"/>
                  <a:pt x="29080" y="298648"/>
                  <a:pt x="28322" y="303451"/>
                </a:cubicBezTo>
                <a:cubicBezTo>
                  <a:pt x="14643" y="390088"/>
                  <a:pt x="4720" y="377629"/>
                  <a:pt x="0" y="39246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Freeform 124"/>
          <p:cNvSpPr/>
          <p:nvPr/>
        </p:nvSpPr>
        <p:spPr>
          <a:xfrm>
            <a:off x="14610659" y="-2523697"/>
            <a:ext cx="283604" cy="204337"/>
          </a:xfrm>
          <a:custGeom>
            <a:avLst/>
            <a:gdLst>
              <a:gd name="connsiteX0" fmla="*/ 0 w 270494"/>
              <a:gd name="connsiteY0" fmla="*/ 104932 h 157397"/>
              <a:gd name="connsiteX1" fmla="*/ 0 w 270494"/>
              <a:gd name="connsiteY1" fmla="*/ 104932 h 157397"/>
              <a:gd name="connsiteX2" fmla="*/ 59960 w 270494"/>
              <a:gd name="connsiteY2" fmla="*/ 127417 h 157397"/>
              <a:gd name="connsiteX3" fmla="*/ 82446 w 270494"/>
              <a:gd name="connsiteY3" fmla="*/ 134912 h 157397"/>
              <a:gd name="connsiteX4" fmla="*/ 104931 w 270494"/>
              <a:gd name="connsiteY4" fmla="*/ 149902 h 157397"/>
              <a:gd name="connsiteX5" fmla="*/ 157396 w 270494"/>
              <a:gd name="connsiteY5" fmla="*/ 157397 h 157397"/>
              <a:gd name="connsiteX6" fmla="*/ 262328 w 270494"/>
              <a:gd name="connsiteY6" fmla="*/ 149902 h 157397"/>
              <a:gd name="connsiteX7" fmla="*/ 262328 w 270494"/>
              <a:gd name="connsiteY7" fmla="*/ 104932 h 157397"/>
              <a:gd name="connsiteX8" fmla="*/ 217357 w 270494"/>
              <a:gd name="connsiteY8" fmla="*/ 82446 h 157397"/>
              <a:gd name="connsiteX9" fmla="*/ 164891 w 270494"/>
              <a:gd name="connsiteY9" fmla="*/ 59961 h 157397"/>
              <a:gd name="connsiteX10" fmla="*/ 82446 w 270494"/>
              <a:gd name="connsiteY10" fmla="*/ 7495 h 157397"/>
              <a:gd name="connsiteX11" fmla="*/ 59960 w 270494"/>
              <a:gd name="connsiteY11" fmla="*/ 0 h 157397"/>
              <a:gd name="connsiteX12" fmla="*/ 37475 w 270494"/>
              <a:gd name="connsiteY12" fmla="*/ 7495 h 157397"/>
              <a:gd name="connsiteX13" fmla="*/ 29980 w 270494"/>
              <a:gd name="connsiteY13" fmla="*/ 29981 h 157397"/>
              <a:gd name="connsiteX14" fmla="*/ 0 w 270494"/>
              <a:gd name="connsiteY14" fmla="*/ 104932 h 15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0494" h="157397">
                <a:moveTo>
                  <a:pt x="0" y="104932"/>
                </a:moveTo>
                <a:lnTo>
                  <a:pt x="0" y="104932"/>
                </a:lnTo>
                <a:lnTo>
                  <a:pt x="59960" y="127417"/>
                </a:lnTo>
                <a:cubicBezTo>
                  <a:pt x="67385" y="130117"/>
                  <a:pt x="75379" y="131379"/>
                  <a:pt x="82446" y="134912"/>
                </a:cubicBezTo>
                <a:cubicBezTo>
                  <a:pt x="90503" y="138940"/>
                  <a:pt x="96303" y="147314"/>
                  <a:pt x="104931" y="149902"/>
                </a:cubicBezTo>
                <a:cubicBezTo>
                  <a:pt x="121852" y="154978"/>
                  <a:pt x="139908" y="154899"/>
                  <a:pt x="157396" y="157397"/>
                </a:cubicBezTo>
                <a:cubicBezTo>
                  <a:pt x="192373" y="154899"/>
                  <a:pt x="228446" y="158937"/>
                  <a:pt x="262328" y="149902"/>
                </a:cubicBezTo>
                <a:cubicBezTo>
                  <a:pt x="278801" y="145509"/>
                  <a:pt x="265842" y="109325"/>
                  <a:pt x="262328" y="104932"/>
                </a:cubicBezTo>
                <a:cubicBezTo>
                  <a:pt x="248007" y="87031"/>
                  <a:pt x="235462" y="91499"/>
                  <a:pt x="217357" y="82446"/>
                </a:cubicBezTo>
                <a:cubicBezTo>
                  <a:pt x="165597" y="56566"/>
                  <a:pt x="227287" y="75559"/>
                  <a:pt x="164891" y="59961"/>
                </a:cubicBezTo>
                <a:cubicBezTo>
                  <a:pt x="104451" y="-479"/>
                  <a:pt x="144591" y="23032"/>
                  <a:pt x="82446" y="7495"/>
                </a:cubicBezTo>
                <a:cubicBezTo>
                  <a:pt x="74781" y="5579"/>
                  <a:pt x="67455" y="2498"/>
                  <a:pt x="59960" y="0"/>
                </a:cubicBezTo>
                <a:cubicBezTo>
                  <a:pt x="52465" y="2498"/>
                  <a:pt x="43061" y="1908"/>
                  <a:pt x="37475" y="7495"/>
                </a:cubicBezTo>
                <a:cubicBezTo>
                  <a:pt x="31888" y="13082"/>
                  <a:pt x="33513" y="22914"/>
                  <a:pt x="29980" y="29981"/>
                </a:cubicBezTo>
                <a:cubicBezTo>
                  <a:pt x="13604" y="62733"/>
                  <a:pt x="14990" y="41187"/>
                  <a:pt x="0" y="1049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Freeform 125"/>
          <p:cNvSpPr/>
          <p:nvPr/>
        </p:nvSpPr>
        <p:spPr>
          <a:xfrm rot="16899383">
            <a:off x="15998601" y="-2562612"/>
            <a:ext cx="270494" cy="248614"/>
          </a:xfrm>
          <a:custGeom>
            <a:avLst/>
            <a:gdLst>
              <a:gd name="connsiteX0" fmla="*/ 0 w 270494"/>
              <a:gd name="connsiteY0" fmla="*/ 104932 h 157397"/>
              <a:gd name="connsiteX1" fmla="*/ 0 w 270494"/>
              <a:gd name="connsiteY1" fmla="*/ 104932 h 157397"/>
              <a:gd name="connsiteX2" fmla="*/ 59960 w 270494"/>
              <a:gd name="connsiteY2" fmla="*/ 127417 h 157397"/>
              <a:gd name="connsiteX3" fmla="*/ 82446 w 270494"/>
              <a:gd name="connsiteY3" fmla="*/ 134912 h 157397"/>
              <a:gd name="connsiteX4" fmla="*/ 104931 w 270494"/>
              <a:gd name="connsiteY4" fmla="*/ 149902 h 157397"/>
              <a:gd name="connsiteX5" fmla="*/ 157396 w 270494"/>
              <a:gd name="connsiteY5" fmla="*/ 157397 h 157397"/>
              <a:gd name="connsiteX6" fmla="*/ 262328 w 270494"/>
              <a:gd name="connsiteY6" fmla="*/ 149902 h 157397"/>
              <a:gd name="connsiteX7" fmla="*/ 262328 w 270494"/>
              <a:gd name="connsiteY7" fmla="*/ 104932 h 157397"/>
              <a:gd name="connsiteX8" fmla="*/ 217357 w 270494"/>
              <a:gd name="connsiteY8" fmla="*/ 82446 h 157397"/>
              <a:gd name="connsiteX9" fmla="*/ 164891 w 270494"/>
              <a:gd name="connsiteY9" fmla="*/ 59961 h 157397"/>
              <a:gd name="connsiteX10" fmla="*/ 82446 w 270494"/>
              <a:gd name="connsiteY10" fmla="*/ 7495 h 157397"/>
              <a:gd name="connsiteX11" fmla="*/ 59960 w 270494"/>
              <a:gd name="connsiteY11" fmla="*/ 0 h 157397"/>
              <a:gd name="connsiteX12" fmla="*/ 37475 w 270494"/>
              <a:gd name="connsiteY12" fmla="*/ 7495 h 157397"/>
              <a:gd name="connsiteX13" fmla="*/ 29980 w 270494"/>
              <a:gd name="connsiteY13" fmla="*/ 29981 h 157397"/>
              <a:gd name="connsiteX14" fmla="*/ 0 w 270494"/>
              <a:gd name="connsiteY14" fmla="*/ 104932 h 15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0494" h="157397">
                <a:moveTo>
                  <a:pt x="0" y="104932"/>
                </a:moveTo>
                <a:lnTo>
                  <a:pt x="0" y="104932"/>
                </a:lnTo>
                <a:lnTo>
                  <a:pt x="59960" y="127417"/>
                </a:lnTo>
                <a:cubicBezTo>
                  <a:pt x="67385" y="130117"/>
                  <a:pt x="75379" y="131379"/>
                  <a:pt x="82446" y="134912"/>
                </a:cubicBezTo>
                <a:cubicBezTo>
                  <a:pt x="90503" y="138940"/>
                  <a:pt x="96303" y="147314"/>
                  <a:pt x="104931" y="149902"/>
                </a:cubicBezTo>
                <a:cubicBezTo>
                  <a:pt x="121852" y="154978"/>
                  <a:pt x="139908" y="154899"/>
                  <a:pt x="157396" y="157397"/>
                </a:cubicBezTo>
                <a:cubicBezTo>
                  <a:pt x="192373" y="154899"/>
                  <a:pt x="228446" y="158937"/>
                  <a:pt x="262328" y="149902"/>
                </a:cubicBezTo>
                <a:cubicBezTo>
                  <a:pt x="278801" y="145509"/>
                  <a:pt x="265842" y="109325"/>
                  <a:pt x="262328" y="104932"/>
                </a:cubicBezTo>
                <a:cubicBezTo>
                  <a:pt x="248007" y="87031"/>
                  <a:pt x="235462" y="91499"/>
                  <a:pt x="217357" y="82446"/>
                </a:cubicBezTo>
                <a:cubicBezTo>
                  <a:pt x="165597" y="56566"/>
                  <a:pt x="227287" y="75559"/>
                  <a:pt x="164891" y="59961"/>
                </a:cubicBezTo>
                <a:cubicBezTo>
                  <a:pt x="104451" y="-479"/>
                  <a:pt x="144591" y="23032"/>
                  <a:pt x="82446" y="7495"/>
                </a:cubicBezTo>
                <a:cubicBezTo>
                  <a:pt x="74781" y="5579"/>
                  <a:pt x="67455" y="2498"/>
                  <a:pt x="59960" y="0"/>
                </a:cubicBezTo>
                <a:cubicBezTo>
                  <a:pt x="52465" y="2498"/>
                  <a:pt x="43061" y="1908"/>
                  <a:pt x="37475" y="7495"/>
                </a:cubicBezTo>
                <a:cubicBezTo>
                  <a:pt x="31888" y="13082"/>
                  <a:pt x="33513" y="22914"/>
                  <a:pt x="29980" y="29981"/>
                </a:cubicBezTo>
                <a:cubicBezTo>
                  <a:pt x="13604" y="62733"/>
                  <a:pt x="14990" y="41187"/>
                  <a:pt x="0" y="1049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Oval 126"/>
          <p:cNvSpPr/>
          <p:nvPr/>
        </p:nvSpPr>
        <p:spPr>
          <a:xfrm>
            <a:off x="14880350" y="-3179803"/>
            <a:ext cx="343812" cy="241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Oval 127"/>
          <p:cNvSpPr/>
          <p:nvPr/>
        </p:nvSpPr>
        <p:spPr>
          <a:xfrm>
            <a:off x="15638751" y="-3194976"/>
            <a:ext cx="343812" cy="241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9342" y="2625285"/>
            <a:ext cx="2877561" cy="4584589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229" y="1448864"/>
            <a:ext cx="2792210" cy="4572396"/>
          </a:xfrm>
          <a:prstGeom prst="rect">
            <a:avLst/>
          </a:prstGeom>
        </p:spPr>
      </p:pic>
      <p:sp>
        <p:nvSpPr>
          <p:cNvPr id="40" name="Freeform 39"/>
          <p:cNvSpPr/>
          <p:nvPr/>
        </p:nvSpPr>
        <p:spPr>
          <a:xfrm rot="2224855">
            <a:off x="2541850" y="-4255619"/>
            <a:ext cx="351720" cy="73831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eform 40"/>
          <p:cNvSpPr/>
          <p:nvPr/>
        </p:nvSpPr>
        <p:spPr>
          <a:xfrm rot="8169963" flipV="1">
            <a:off x="758548" y="-4485317"/>
            <a:ext cx="435195" cy="625393"/>
          </a:xfrm>
          <a:custGeom>
            <a:avLst/>
            <a:gdLst>
              <a:gd name="connsiteX0" fmla="*/ 0 w 2080592"/>
              <a:gd name="connsiteY0" fmla="*/ 1245704 h 1590261"/>
              <a:gd name="connsiteX1" fmla="*/ 0 w 2080592"/>
              <a:gd name="connsiteY1" fmla="*/ 1245704 h 1590261"/>
              <a:gd name="connsiteX2" fmla="*/ 92765 w 2080592"/>
              <a:gd name="connsiteY2" fmla="*/ 1166191 h 1590261"/>
              <a:gd name="connsiteX3" fmla="*/ 159026 w 2080592"/>
              <a:gd name="connsiteY3" fmla="*/ 1113183 h 1590261"/>
              <a:gd name="connsiteX4" fmla="*/ 212035 w 2080592"/>
              <a:gd name="connsiteY4" fmla="*/ 1099930 h 1590261"/>
              <a:gd name="connsiteX5" fmla="*/ 251792 w 2080592"/>
              <a:gd name="connsiteY5" fmla="*/ 1073426 h 1590261"/>
              <a:gd name="connsiteX6" fmla="*/ 291548 w 2080592"/>
              <a:gd name="connsiteY6" fmla="*/ 1060174 h 1590261"/>
              <a:gd name="connsiteX7" fmla="*/ 357809 w 2080592"/>
              <a:gd name="connsiteY7" fmla="*/ 1020417 h 1590261"/>
              <a:gd name="connsiteX8" fmla="*/ 397565 w 2080592"/>
              <a:gd name="connsiteY8" fmla="*/ 993913 h 1590261"/>
              <a:gd name="connsiteX9" fmla="*/ 424070 w 2080592"/>
              <a:gd name="connsiteY9" fmla="*/ 967409 h 1590261"/>
              <a:gd name="connsiteX10" fmla="*/ 463826 w 2080592"/>
              <a:gd name="connsiteY10" fmla="*/ 954156 h 1590261"/>
              <a:gd name="connsiteX11" fmla="*/ 503583 w 2080592"/>
              <a:gd name="connsiteY11" fmla="*/ 927652 h 1590261"/>
              <a:gd name="connsiteX12" fmla="*/ 596348 w 2080592"/>
              <a:gd name="connsiteY12" fmla="*/ 887896 h 1590261"/>
              <a:gd name="connsiteX13" fmla="*/ 649357 w 2080592"/>
              <a:gd name="connsiteY13" fmla="*/ 834887 h 1590261"/>
              <a:gd name="connsiteX14" fmla="*/ 689113 w 2080592"/>
              <a:gd name="connsiteY14" fmla="*/ 795130 h 1590261"/>
              <a:gd name="connsiteX15" fmla="*/ 755374 w 2080592"/>
              <a:gd name="connsiteY15" fmla="*/ 742122 h 1590261"/>
              <a:gd name="connsiteX16" fmla="*/ 781879 w 2080592"/>
              <a:gd name="connsiteY16" fmla="*/ 715617 h 1590261"/>
              <a:gd name="connsiteX17" fmla="*/ 914400 w 2080592"/>
              <a:gd name="connsiteY17" fmla="*/ 636104 h 1590261"/>
              <a:gd name="connsiteX18" fmla="*/ 993913 w 2080592"/>
              <a:gd name="connsiteY18" fmla="*/ 583096 h 1590261"/>
              <a:gd name="connsiteX19" fmla="*/ 1020418 w 2080592"/>
              <a:gd name="connsiteY19" fmla="*/ 543339 h 1590261"/>
              <a:gd name="connsiteX20" fmla="*/ 1099931 w 2080592"/>
              <a:gd name="connsiteY20" fmla="*/ 503583 h 1590261"/>
              <a:gd name="connsiteX21" fmla="*/ 1126435 w 2080592"/>
              <a:gd name="connsiteY21" fmla="*/ 477078 h 1590261"/>
              <a:gd name="connsiteX22" fmla="*/ 1139687 w 2080592"/>
              <a:gd name="connsiteY22" fmla="*/ 437322 h 1590261"/>
              <a:gd name="connsiteX23" fmla="*/ 1219200 w 2080592"/>
              <a:gd name="connsiteY23" fmla="*/ 410817 h 1590261"/>
              <a:gd name="connsiteX24" fmla="*/ 1272209 w 2080592"/>
              <a:gd name="connsiteY24" fmla="*/ 371061 h 1590261"/>
              <a:gd name="connsiteX25" fmla="*/ 1311965 w 2080592"/>
              <a:gd name="connsiteY25" fmla="*/ 357809 h 1590261"/>
              <a:gd name="connsiteX26" fmla="*/ 1338470 w 2080592"/>
              <a:gd name="connsiteY26" fmla="*/ 331304 h 1590261"/>
              <a:gd name="connsiteX27" fmla="*/ 1404731 w 2080592"/>
              <a:gd name="connsiteY27" fmla="*/ 304800 h 1590261"/>
              <a:gd name="connsiteX28" fmla="*/ 1470992 w 2080592"/>
              <a:gd name="connsiteY28" fmla="*/ 251791 h 1590261"/>
              <a:gd name="connsiteX29" fmla="*/ 1563757 w 2080592"/>
              <a:gd name="connsiteY29" fmla="*/ 185530 h 1590261"/>
              <a:gd name="connsiteX30" fmla="*/ 1603513 w 2080592"/>
              <a:gd name="connsiteY30" fmla="*/ 172278 h 1590261"/>
              <a:gd name="connsiteX31" fmla="*/ 1696279 w 2080592"/>
              <a:gd name="connsiteY31" fmla="*/ 106017 h 1590261"/>
              <a:gd name="connsiteX32" fmla="*/ 1775792 w 2080592"/>
              <a:gd name="connsiteY32" fmla="*/ 53009 h 1590261"/>
              <a:gd name="connsiteX33" fmla="*/ 1815548 w 2080592"/>
              <a:gd name="connsiteY33" fmla="*/ 39756 h 1590261"/>
              <a:gd name="connsiteX34" fmla="*/ 1855305 w 2080592"/>
              <a:gd name="connsiteY34" fmla="*/ 13252 h 1590261"/>
              <a:gd name="connsiteX35" fmla="*/ 1948070 w 2080592"/>
              <a:gd name="connsiteY35" fmla="*/ 0 h 1590261"/>
              <a:gd name="connsiteX36" fmla="*/ 2014331 w 2080592"/>
              <a:gd name="connsiteY36" fmla="*/ 13252 h 1590261"/>
              <a:gd name="connsiteX37" fmla="*/ 2040835 w 2080592"/>
              <a:gd name="connsiteY37" fmla="*/ 92765 h 1590261"/>
              <a:gd name="connsiteX38" fmla="*/ 2080592 w 2080592"/>
              <a:gd name="connsiteY38" fmla="*/ 159026 h 1590261"/>
              <a:gd name="connsiteX39" fmla="*/ 2067339 w 2080592"/>
              <a:gd name="connsiteY39" fmla="*/ 265043 h 1590261"/>
              <a:gd name="connsiteX40" fmla="*/ 2001079 w 2080592"/>
              <a:gd name="connsiteY40" fmla="*/ 331304 h 1590261"/>
              <a:gd name="connsiteX41" fmla="*/ 1934818 w 2080592"/>
              <a:gd name="connsiteY41" fmla="*/ 424069 h 1590261"/>
              <a:gd name="connsiteX42" fmla="*/ 1908313 w 2080592"/>
              <a:gd name="connsiteY42" fmla="*/ 450574 h 1590261"/>
              <a:gd name="connsiteX43" fmla="*/ 1868557 w 2080592"/>
              <a:gd name="connsiteY43" fmla="*/ 503583 h 1590261"/>
              <a:gd name="connsiteX44" fmla="*/ 1828800 w 2080592"/>
              <a:gd name="connsiteY44" fmla="*/ 583096 h 1590261"/>
              <a:gd name="connsiteX45" fmla="*/ 1789044 w 2080592"/>
              <a:gd name="connsiteY45" fmla="*/ 596348 h 1590261"/>
              <a:gd name="connsiteX46" fmla="*/ 1722783 w 2080592"/>
              <a:gd name="connsiteY46" fmla="*/ 662609 h 1590261"/>
              <a:gd name="connsiteX47" fmla="*/ 1616765 w 2080592"/>
              <a:gd name="connsiteY47" fmla="*/ 742122 h 1590261"/>
              <a:gd name="connsiteX48" fmla="*/ 1550505 w 2080592"/>
              <a:gd name="connsiteY48" fmla="*/ 808383 h 1590261"/>
              <a:gd name="connsiteX49" fmla="*/ 1510748 w 2080592"/>
              <a:gd name="connsiteY49" fmla="*/ 848139 h 1590261"/>
              <a:gd name="connsiteX50" fmla="*/ 1431235 w 2080592"/>
              <a:gd name="connsiteY50" fmla="*/ 874643 h 1590261"/>
              <a:gd name="connsiteX51" fmla="*/ 1351722 w 2080592"/>
              <a:gd name="connsiteY51" fmla="*/ 901148 h 1590261"/>
              <a:gd name="connsiteX52" fmla="*/ 1258957 w 2080592"/>
              <a:gd name="connsiteY52" fmla="*/ 914400 h 1590261"/>
              <a:gd name="connsiteX53" fmla="*/ 1232452 w 2080592"/>
              <a:gd name="connsiteY53" fmla="*/ 940904 h 1590261"/>
              <a:gd name="connsiteX54" fmla="*/ 1192696 w 2080592"/>
              <a:gd name="connsiteY54" fmla="*/ 954156 h 1590261"/>
              <a:gd name="connsiteX55" fmla="*/ 1179444 w 2080592"/>
              <a:gd name="connsiteY55" fmla="*/ 993913 h 1590261"/>
              <a:gd name="connsiteX56" fmla="*/ 1099931 w 2080592"/>
              <a:gd name="connsiteY56" fmla="*/ 1020417 h 1590261"/>
              <a:gd name="connsiteX57" fmla="*/ 1073426 w 2080592"/>
              <a:gd name="connsiteY57" fmla="*/ 1046922 h 1590261"/>
              <a:gd name="connsiteX58" fmla="*/ 1033670 w 2080592"/>
              <a:gd name="connsiteY58" fmla="*/ 1073426 h 1590261"/>
              <a:gd name="connsiteX59" fmla="*/ 993913 w 2080592"/>
              <a:gd name="connsiteY59" fmla="*/ 1139687 h 1590261"/>
              <a:gd name="connsiteX60" fmla="*/ 954157 w 2080592"/>
              <a:gd name="connsiteY60" fmla="*/ 1166191 h 1590261"/>
              <a:gd name="connsiteX61" fmla="*/ 927652 w 2080592"/>
              <a:gd name="connsiteY61" fmla="*/ 1192696 h 1590261"/>
              <a:gd name="connsiteX62" fmla="*/ 874644 w 2080592"/>
              <a:gd name="connsiteY62" fmla="*/ 1219200 h 1590261"/>
              <a:gd name="connsiteX63" fmla="*/ 821635 w 2080592"/>
              <a:gd name="connsiteY63" fmla="*/ 1272209 h 1590261"/>
              <a:gd name="connsiteX64" fmla="*/ 755374 w 2080592"/>
              <a:gd name="connsiteY64" fmla="*/ 1325217 h 1590261"/>
              <a:gd name="connsiteX65" fmla="*/ 715618 w 2080592"/>
              <a:gd name="connsiteY65" fmla="*/ 1351722 h 1590261"/>
              <a:gd name="connsiteX66" fmla="*/ 689113 w 2080592"/>
              <a:gd name="connsiteY66" fmla="*/ 1378226 h 1590261"/>
              <a:gd name="connsiteX67" fmla="*/ 622852 w 2080592"/>
              <a:gd name="connsiteY67" fmla="*/ 1391478 h 1590261"/>
              <a:gd name="connsiteX68" fmla="*/ 556592 w 2080592"/>
              <a:gd name="connsiteY68" fmla="*/ 1457739 h 1590261"/>
              <a:gd name="connsiteX69" fmla="*/ 490331 w 2080592"/>
              <a:gd name="connsiteY69" fmla="*/ 1510748 h 1590261"/>
              <a:gd name="connsiteX70" fmla="*/ 450574 w 2080592"/>
              <a:gd name="connsiteY70" fmla="*/ 1524000 h 1590261"/>
              <a:gd name="connsiteX71" fmla="*/ 397565 w 2080592"/>
              <a:gd name="connsiteY71" fmla="*/ 1550504 h 1590261"/>
              <a:gd name="connsiteX72" fmla="*/ 304800 w 2080592"/>
              <a:gd name="connsiteY72" fmla="*/ 1577009 h 1590261"/>
              <a:gd name="connsiteX73" fmla="*/ 265044 w 2080592"/>
              <a:gd name="connsiteY73" fmla="*/ 1590261 h 1590261"/>
              <a:gd name="connsiteX74" fmla="*/ 132522 w 2080592"/>
              <a:gd name="connsiteY74" fmla="*/ 1577009 h 1590261"/>
              <a:gd name="connsiteX75" fmla="*/ 106018 w 2080592"/>
              <a:gd name="connsiteY75" fmla="*/ 1550504 h 1590261"/>
              <a:gd name="connsiteX76" fmla="*/ 66261 w 2080592"/>
              <a:gd name="connsiteY76" fmla="*/ 1524000 h 1590261"/>
              <a:gd name="connsiteX77" fmla="*/ 39757 w 2080592"/>
              <a:gd name="connsiteY77" fmla="*/ 1484243 h 1590261"/>
              <a:gd name="connsiteX78" fmla="*/ 26505 w 2080592"/>
              <a:gd name="connsiteY78" fmla="*/ 1298713 h 1590261"/>
              <a:gd name="connsiteX79" fmla="*/ 0 w 2080592"/>
              <a:gd name="connsiteY79" fmla="*/ 1245704 h 1590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080592" h="1590261">
                <a:moveTo>
                  <a:pt x="0" y="1245704"/>
                </a:moveTo>
                <a:lnTo>
                  <a:pt x="0" y="1245704"/>
                </a:lnTo>
                <a:cubicBezTo>
                  <a:pt x="30922" y="1219200"/>
                  <a:pt x="62326" y="1193248"/>
                  <a:pt x="92765" y="1166191"/>
                </a:cubicBezTo>
                <a:cubicBezTo>
                  <a:pt x="119296" y="1142608"/>
                  <a:pt x="123197" y="1128539"/>
                  <a:pt x="159026" y="1113183"/>
                </a:cubicBezTo>
                <a:cubicBezTo>
                  <a:pt x="175767" y="1106008"/>
                  <a:pt x="194365" y="1104348"/>
                  <a:pt x="212035" y="1099930"/>
                </a:cubicBezTo>
                <a:cubicBezTo>
                  <a:pt x="225287" y="1091095"/>
                  <a:pt x="237546" y="1080549"/>
                  <a:pt x="251792" y="1073426"/>
                </a:cubicBezTo>
                <a:cubicBezTo>
                  <a:pt x="264286" y="1067179"/>
                  <a:pt x="279570" y="1067361"/>
                  <a:pt x="291548" y="1060174"/>
                </a:cubicBezTo>
                <a:cubicBezTo>
                  <a:pt x="382500" y="1005601"/>
                  <a:pt x="245187" y="1057957"/>
                  <a:pt x="357809" y="1020417"/>
                </a:cubicBezTo>
                <a:cubicBezTo>
                  <a:pt x="371061" y="1011582"/>
                  <a:pt x="385128" y="1003862"/>
                  <a:pt x="397565" y="993913"/>
                </a:cubicBezTo>
                <a:cubicBezTo>
                  <a:pt x="407321" y="986108"/>
                  <a:pt x="413356" y="973837"/>
                  <a:pt x="424070" y="967409"/>
                </a:cubicBezTo>
                <a:cubicBezTo>
                  <a:pt x="436048" y="960222"/>
                  <a:pt x="451332" y="960403"/>
                  <a:pt x="463826" y="954156"/>
                </a:cubicBezTo>
                <a:cubicBezTo>
                  <a:pt x="478072" y="947033"/>
                  <a:pt x="489754" y="935554"/>
                  <a:pt x="503583" y="927652"/>
                </a:cubicBezTo>
                <a:cubicBezTo>
                  <a:pt x="549435" y="901451"/>
                  <a:pt x="551746" y="902763"/>
                  <a:pt x="596348" y="887896"/>
                </a:cubicBezTo>
                <a:lnTo>
                  <a:pt x="649357" y="834887"/>
                </a:lnTo>
                <a:cubicBezTo>
                  <a:pt x="662609" y="821635"/>
                  <a:pt x="674478" y="806838"/>
                  <a:pt x="689113" y="795130"/>
                </a:cubicBezTo>
                <a:cubicBezTo>
                  <a:pt x="711200" y="777461"/>
                  <a:pt x="733898" y="760530"/>
                  <a:pt x="755374" y="742122"/>
                </a:cubicBezTo>
                <a:cubicBezTo>
                  <a:pt x="764861" y="733991"/>
                  <a:pt x="771483" y="722548"/>
                  <a:pt x="781879" y="715617"/>
                </a:cubicBezTo>
                <a:cubicBezTo>
                  <a:pt x="824742" y="687042"/>
                  <a:pt x="871537" y="664679"/>
                  <a:pt x="914400" y="636104"/>
                </a:cubicBezTo>
                <a:lnTo>
                  <a:pt x="993913" y="583096"/>
                </a:lnTo>
                <a:cubicBezTo>
                  <a:pt x="1002748" y="569844"/>
                  <a:pt x="1009156" y="554601"/>
                  <a:pt x="1020418" y="543339"/>
                </a:cubicBezTo>
                <a:cubicBezTo>
                  <a:pt x="1046108" y="517649"/>
                  <a:pt x="1067596" y="514361"/>
                  <a:pt x="1099931" y="503583"/>
                </a:cubicBezTo>
                <a:cubicBezTo>
                  <a:pt x="1108766" y="494748"/>
                  <a:pt x="1120007" y="487792"/>
                  <a:pt x="1126435" y="477078"/>
                </a:cubicBezTo>
                <a:cubicBezTo>
                  <a:pt x="1133622" y="465100"/>
                  <a:pt x="1128320" y="445441"/>
                  <a:pt x="1139687" y="437322"/>
                </a:cubicBezTo>
                <a:cubicBezTo>
                  <a:pt x="1162421" y="421083"/>
                  <a:pt x="1219200" y="410817"/>
                  <a:pt x="1219200" y="410817"/>
                </a:cubicBezTo>
                <a:cubicBezTo>
                  <a:pt x="1236870" y="397565"/>
                  <a:pt x="1253032" y="382019"/>
                  <a:pt x="1272209" y="371061"/>
                </a:cubicBezTo>
                <a:cubicBezTo>
                  <a:pt x="1284337" y="364131"/>
                  <a:pt x="1299987" y="364996"/>
                  <a:pt x="1311965" y="357809"/>
                </a:cubicBezTo>
                <a:cubicBezTo>
                  <a:pt x="1322679" y="351381"/>
                  <a:pt x="1327622" y="337503"/>
                  <a:pt x="1338470" y="331304"/>
                </a:cubicBezTo>
                <a:cubicBezTo>
                  <a:pt x="1359124" y="319502"/>
                  <a:pt x="1382644" y="313635"/>
                  <a:pt x="1404731" y="304800"/>
                </a:cubicBezTo>
                <a:cubicBezTo>
                  <a:pt x="1449409" y="237781"/>
                  <a:pt x="1406981" y="283796"/>
                  <a:pt x="1470992" y="251791"/>
                </a:cubicBezTo>
                <a:cubicBezTo>
                  <a:pt x="1512009" y="231283"/>
                  <a:pt x="1521743" y="209538"/>
                  <a:pt x="1563757" y="185530"/>
                </a:cubicBezTo>
                <a:cubicBezTo>
                  <a:pt x="1575885" y="178599"/>
                  <a:pt x="1590261" y="176695"/>
                  <a:pt x="1603513" y="172278"/>
                </a:cubicBezTo>
                <a:cubicBezTo>
                  <a:pt x="1666400" y="109391"/>
                  <a:pt x="1632816" y="127171"/>
                  <a:pt x="1696279" y="106017"/>
                </a:cubicBezTo>
                <a:cubicBezTo>
                  <a:pt x="1722783" y="88348"/>
                  <a:pt x="1745573" y="63083"/>
                  <a:pt x="1775792" y="53009"/>
                </a:cubicBezTo>
                <a:cubicBezTo>
                  <a:pt x="1789044" y="48591"/>
                  <a:pt x="1803054" y="46003"/>
                  <a:pt x="1815548" y="39756"/>
                </a:cubicBezTo>
                <a:cubicBezTo>
                  <a:pt x="1829794" y="32633"/>
                  <a:pt x="1840049" y="17829"/>
                  <a:pt x="1855305" y="13252"/>
                </a:cubicBezTo>
                <a:cubicBezTo>
                  <a:pt x="1885223" y="4277"/>
                  <a:pt x="1917148" y="4417"/>
                  <a:pt x="1948070" y="0"/>
                </a:cubicBezTo>
                <a:cubicBezTo>
                  <a:pt x="1970157" y="4417"/>
                  <a:pt x="1998404" y="-2675"/>
                  <a:pt x="2014331" y="13252"/>
                </a:cubicBezTo>
                <a:cubicBezTo>
                  <a:pt x="2034086" y="33007"/>
                  <a:pt x="2032000" y="66261"/>
                  <a:pt x="2040835" y="92765"/>
                </a:cubicBezTo>
                <a:cubicBezTo>
                  <a:pt x="2058038" y="144375"/>
                  <a:pt x="2044209" y="122644"/>
                  <a:pt x="2080592" y="159026"/>
                </a:cubicBezTo>
                <a:cubicBezTo>
                  <a:pt x="2076174" y="194365"/>
                  <a:pt x="2076710" y="230684"/>
                  <a:pt x="2067339" y="265043"/>
                </a:cubicBezTo>
                <a:cubicBezTo>
                  <a:pt x="2054086" y="313636"/>
                  <a:pt x="2032002" y="300381"/>
                  <a:pt x="2001079" y="331304"/>
                </a:cubicBezTo>
                <a:cubicBezTo>
                  <a:pt x="1963769" y="368614"/>
                  <a:pt x="1964919" y="386443"/>
                  <a:pt x="1934818" y="424069"/>
                </a:cubicBezTo>
                <a:cubicBezTo>
                  <a:pt x="1927013" y="433826"/>
                  <a:pt x="1916312" y="440975"/>
                  <a:pt x="1908313" y="450574"/>
                </a:cubicBezTo>
                <a:cubicBezTo>
                  <a:pt x="1894173" y="467542"/>
                  <a:pt x="1881809" y="485913"/>
                  <a:pt x="1868557" y="503583"/>
                </a:cubicBezTo>
                <a:cubicBezTo>
                  <a:pt x="1859029" y="541697"/>
                  <a:pt x="1863550" y="562246"/>
                  <a:pt x="1828800" y="583096"/>
                </a:cubicBezTo>
                <a:cubicBezTo>
                  <a:pt x="1816822" y="590283"/>
                  <a:pt x="1802296" y="591931"/>
                  <a:pt x="1789044" y="596348"/>
                </a:cubicBezTo>
                <a:cubicBezTo>
                  <a:pt x="1766957" y="618435"/>
                  <a:pt x="1747772" y="643868"/>
                  <a:pt x="1722783" y="662609"/>
                </a:cubicBezTo>
                <a:cubicBezTo>
                  <a:pt x="1687444" y="689113"/>
                  <a:pt x="1641268" y="705367"/>
                  <a:pt x="1616765" y="742122"/>
                </a:cubicBezTo>
                <a:cubicBezTo>
                  <a:pt x="1568176" y="815005"/>
                  <a:pt x="1616763" y="753168"/>
                  <a:pt x="1550505" y="808383"/>
                </a:cubicBezTo>
                <a:cubicBezTo>
                  <a:pt x="1536107" y="820381"/>
                  <a:pt x="1527131" y="839037"/>
                  <a:pt x="1510748" y="848139"/>
                </a:cubicBezTo>
                <a:cubicBezTo>
                  <a:pt x="1486326" y="861707"/>
                  <a:pt x="1457739" y="865808"/>
                  <a:pt x="1431235" y="874643"/>
                </a:cubicBezTo>
                <a:lnTo>
                  <a:pt x="1351722" y="901148"/>
                </a:lnTo>
                <a:lnTo>
                  <a:pt x="1258957" y="914400"/>
                </a:lnTo>
                <a:cubicBezTo>
                  <a:pt x="1250122" y="923235"/>
                  <a:pt x="1243166" y="934476"/>
                  <a:pt x="1232452" y="940904"/>
                </a:cubicBezTo>
                <a:cubicBezTo>
                  <a:pt x="1220474" y="948091"/>
                  <a:pt x="1202573" y="944278"/>
                  <a:pt x="1192696" y="954156"/>
                </a:cubicBezTo>
                <a:cubicBezTo>
                  <a:pt x="1182818" y="964034"/>
                  <a:pt x="1190811" y="985794"/>
                  <a:pt x="1179444" y="993913"/>
                </a:cubicBezTo>
                <a:cubicBezTo>
                  <a:pt x="1156710" y="1010152"/>
                  <a:pt x="1099931" y="1020417"/>
                  <a:pt x="1099931" y="1020417"/>
                </a:cubicBezTo>
                <a:cubicBezTo>
                  <a:pt x="1091096" y="1029252"/>
                  <a:pt x="1083183" y="1039117"/>
                  <a:pt x="1073426" y="1046922"/>
                </a:cubicBezTo>
                <a:cubicBezTo>
                  <a:pt x="1060989" y="1056871"/>
                  <a:pt x="1043619" y="1060989"/>
                  <a:pt x="1033670" y="1073426"/>
                </a:cubicBezTo>
                <a:cubicBezTo>
                  <a:pt x="967644" y="1155959"/>
                  <a:pt x="1073964" y="1075647"/>
                  <a:pt x="993913" y="1139687"/>
                </a:cubicBezTo>
                <a:cubicBezTo>
                  <a:pt x="981476" y="1149636"/>
                  <a:pt x="966594" y="1156242"/>
                  <a:pt x="954157" y="1166191"/>
                </a:cubicBezTo>
                <a:cubicBezTo>
                  <a:pt x="944400" y="1173996"/>
                  <a:pt x="938048" y="1185765"/>
                  <a:pt x="927652" y="1192696"/>
                </a:cubicBezTo>
                <a:cubicBezTo>
                  <a:pt x="911215" y="1203654"/>
                  <a:pt x="890448" y="1207347"/>
                  <a:pt x="874644" y="1219200"/>
                </a:cubicBezTo>
                <a:cubicBezTo>
                  <a:pt x="854653" y="1234193"/>
                  <a:pt x="842427" y="1258348"/>
                  <a:pt x="821635" y="1272209"/>
                </a:cubicBezTo>
                <a:cubicBezTo>
                  <a:pt x="699285" y="1353776"/>
                  <a:pt x="849779" y="1249692"/>
                  <a:pt x="755374" y="1325217"/>
                </a:cubicBezTo>
                <a:cubicBezTo>
                  <a:pt x="742937" y="1335167"/>
                  <a:pt x="728055" y="1341772"/>
                  <a:pt x="715618" y="1351722"/>
                </a:cubicBezTo>
                <a:cubicBezTo>
                  <a:pt x="705862" y="1359527"/>
                  <a:pt x="700597" y="1373304"/>
                  <a:pt x="689113" y="1378226"/>
                </a:cubicBezTo>
                <a:cubicBezTo>
                  <a:pt x="668410" y="1387099"/>
                  <a:pt x="644939" y="1387061"/>
                  <a:pt x="622852" y="1391478"/>
                </a:cubicBezTo>
                <a:cubicBezTo>
                  <a:pt x="577418" y="1459631"/>
                  <a:pt x="619695" y="1407257"/>
                  <a:pt x="556592" y="1457739"/>
                </a:cubicBezTo>
                <a:cubicBezTo>
                  <a:pt x="515509" y="1490605"/>
                  <a:pt x="544710" y="1483558"/>
                  <a:pt x="490331" y="1510748"/>
                </a:cubicBezTo>
                <a:cubicBezTo>
                  <a:pt x="477837" y="1516995"/>
                  <a:pt x="463414" y="1518497"/>
                  <a:pt x="450574" y="1524000"/>
                </a:cubicBezTo>
                <a:cubicBezTo>
                  <a:pt x="432416" y="1531782"/>
                  <a:pt x="415723" y="1542722"/>
                  <a:pt x="397565" y="1550504"/>
                </a:cubicBezTo>
                <a:cubicBezTo>
                  <a:pt x="365794" y="1564120"/>
                  <a:pt x="338420" y="1567403"/>
                  <a:pt x="304800" y="1577009"/>
                </a:cubicBezTo>
                <a:cubicBezTo>
                  <a:pt x="291369" y="1580847"/>
                  <a:pt x="278296" y="1585844"/>
                  <a:pt x="265044" y="1590261"/>
                </a:cubicBezTo>
                <a:cubicBezTo>
                  <a:pt x="220870" y="1585844"/>
                  <a:pt x="175591" y="1587776"/>
                  <a:pt x="132522" y="1577009"/>
                </a:cubicBezTo>
                <a:cubicBezTo>
                  <a:pt x="120401" y="1573979"/>
                  <a:pt x="115774" y="1558309"/>
                  <a:pt x="106018" y="1550504"/>
                </a:cubicBezTo>
                <a:cubicBezTo>
                  <a:pt x="93581" y="1540554"/>
                  <a:pt x="79513" y="1532835"/>
                  <a:pt x="66261" y="1524000"/>
                </a:cubicBezTo>
                <a:cubicBezTo>
                  <a:pt x="57426" y="1510748"/>
                  <a:pt x="46880" y="1498489"/>
                  <a:pt x="39757" y="1484243"/>
                </a:cubicBezTo>
                <a:cubicBezTo>
                  <a:pt x="11139" y="1427006"/>
                  <a:pt x="26505" y="1358909"/>
                  <a:pt x="26505" y="1298713"/>
                </a:cubicBezTo>
                <a:lnTo>
                  <a:pt x="0" y="1245704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Freeform 41"/>
          <p:cNvSpPr/>
          <p:nvPr/>
        </p:nvSpPr>
        <p:spPr>
          <a:xfrm rot="544309">
            <a:off x="2160721" y="-4844608"/>
            <a:ext cx="351720" cy="73831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1808923" y="-2786530"/>
            <a:ext cx="6227" cy="14583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924465" y="-4377542"/>
            <a:ext cx="1773535" cy="1676718"/>
          </a:xfrm>
          <a:custGeom>
            <a:avLst/>
            <a:gdLst>
              <a:gd name="connsiteX0" fmla="*/ 236966 w 1883055"/>
              <a:gd name="connsiteY0" fmla="*/ 169683 h 1676718"/>
              <a:gd name="connsiteX1" fmla="*/ 236966 w 1883055"/>
              <a:gd name="connsiteY1" fmla="*/ 169683 h 1676718"/>
              <a:gd name="connsiteX2" fmla="*/ 227539 w 1883055"/>
              <a:gd name="connsiteY2" fmla="*/ 263951 h 1676718"/>
              <a:gd name="connsiteX3" fmla="*/ 208685 w 1883055"/>
              <a:gd name="connsiteY3" fmla="*/ 301658 h 1676718"/>
              <a:gd name="connsiteX4" fmla="*/ 199258 w 1883055"/>
              <a:gd name="connsiteY4" fmla="*/ 329938 h 1676718"/>
              <a:gd name="connsiteX5" fmla="*/ 180405 w 1883055"/>
              <a:gd name="connsiteY5" fmla="*/ 358219 h 1676718"/>
              <a:gd name="connsiteX6" fmla="*/ 152124 w 1883055"/>
              <a:gd name="connsiteY6" fmla="*/ 414779 h 1676718"/>
              <a:gd name="connsiteX7" fmla="*/ 142698 w 1883055"/>
              <a:gd name="connsiteY7" fmla="*/ 443060 h 1676718"/>
              <a:gd name="connsiteX8" fmla="*/ 95564 w 1883055"/>
              <a:gd name="connsiteY8" fmla="*/ 499621 h 1676718"/>
              <a:gd name="connsiteX9" fmla="*/ 57856 w 1883055"/>
              <a:gd name="connsiteY9" fmla="*/ 584462 h 1676718"/>
              <a:gd name="connsiteX10" fmla="*/ 57856 w 1883055"/>
              <a:gd name="connsiteY10" fmla="*/ 1583703 h 1676718"/>
              <a:gd name="connsiteX11" fmla="*/ 86137 w 1883055"/>
              <a:gd name="connsiteY11" fmla="*/ 1611984 h 1676718"/>
              <a:gd name="connsiteX12" fmla="*/ 114417 w 1883055"/>
              <a:gd name="connsiteY12" fmla="*/ 1630837 h 1676718"/>
              <a:gd name="connsiteX13" fmla="*/ 566904 w 1883055"/>
              <a:gd name="connsiteY13" fmla="*/ 1621410 h 1676718"/>
              <a:gd name="connsiteX14" fmla="*/ 595184 w 1883055"/>
              <a:gd name="connsiteY14" fmla="*/ 1611984 h 1676718"/>
              <a:gd name="connsiteX15" fmla="*/ 783720 w 1883055"/>
              <a:gd name="connsiteY15" fmla="*/ 1621410 h 1676718"/>
              <a:gd name="connsiteX16" fmla="*/ 1735827 w 1883055"/>
              <a:gd name="connsiteY16" fmla="*/ 1630837 h 1676718"/>
              <a:gd name="connsiteX17" fmla="*/ 1792388 w 1883055"/>
              <a:gd name="connsiteY17" fmla="*/ 1593130 h 1676718"/>
              <a:gd name="connsiteX18" fmla="*/ 1820669 w 1883055"/>
              <a:gd name="connsiteY18" fmla="*/ 1574276 h 1676718"/>
              <a:gd name="connsiteX19" fmla="*/ 1848949 w 1883055"/>
              <a:gd name="connsiteY19" fmla="*/ 1480008 h 1676718"/>
              <a:gd name="connsiteX20" fmla="*/ 1858376 w 1883055"/>
              <a:gd name="connsiteY20" fmla="*/ 1451728 h 1676718"/>
              <a:gd name="connsiteX21" fmla="*/ 1867803 w 1883055"/>
              <a:gd name="connsiteY21" fmla="*/ 1423448 h 1676718"/>
              <a:gd name="connsiteX22" fmla="*/ 1867803 w 1883055"/>
              <a:gd name="connsiteY22" fmla="*/ 801278 h 1676718"/>
              <a:gd name="connsiteX23" fmla="*/ 1830095 w 1883055"/>
              <a:gd name="connsiteY23" fmla="*/ 754144 h 1676718"/>
              <a:gd name="connsiteX24" fmla="*/ 1820669 w 1883055"/>
              <a:gd name="connsiteY24" fmla="*/ 716437 h 1676718"/>
              <a:gd name="connsiteX25" fmla="*/ 1811242 w 1883055"/>
              <a:gd name="connsiteY25" fmla="*/ 688157 h 1676718"/>
              <a:gd name="connsiteX26" fmla="*/ 1792388 w 1883055"/>
              <a:gd name="connsiteY26" fmla="*/ 603316 h 1676718"/>
              <a:gd name="connsiteX27" fmla="*/ 1754681 w 1883055"/>
              <a:gd name="connsiteY27" fmla="*/ 546755 h 1676718"/>
              <a:gd name="connsiteX28" fmla="*/ 1745254 w 1883055"/>
              <a:gd name="connsiteY28" fmla="*/ 490194 h 1676718"/>
              <a:gd name="connsiteX29" fmla="*/ 1716974 w 1883055"/>
              <a:gd name="connsiteY29" fmla="*/ 480767 h 1676718"/>
              <a:gd name="connsiteX30" fmla="*/ 1698120 w 1883055"/>
              <a:gd name="connsiteY30" fmla="*/ 414779 h 1676718"/>
              <a:gd name="connsiteX31" fmla="*/ 1679267 w 1883055"/>
              <a:gd name="connsiteY31" fmla="*/ 386499 h 1676718"/>
              <a:gd name="connsiteX32" fmla="*/ 1669840 w 1883055"/>
              <a:gd name="connsiteY32" fmla="*/ 358219 h 1676718"/>
              <a:gd name="connsiteX33" fmla="*/ 1650986 w 1883055"/>
              <a:gd name="connsiteY33" fmla="*/ 329938 h 1676718"/>
              <a:gd name="connsiteX34" fmla="*/ 1632133 w 1883055"/>
              <a:gd name="connsiteY34" fmla="*/ 273377 h 1676718"/>
              <a:gd name="connsiteX35" fmla="*/ 1584999 w 1883055"/>
              <a:gd name="connsiteY35" fmla="*/ 216817 h 1676718"/>
              <a:gd name="connsiteX36" fmla="*/ 1575572 w 1883055"/>
              <a:gd name="connsiteY36" fmla="*/ 179109 h 1676718"/>
              <a:gd name="connsiteX37" fmla="*/ 1462450 w 1883055"/>
              <a:gd name="connsiteY37" fmla="*/ 84841 h 1676718"/>
              <a:gd name="connsiteX38" fmla="*/ 1434170 w 1883055"/>
              <a:gd name="connsiteY38" fmla="*/ 65988 h 1676718"/>
              <a:gd name="connsiteX39" fmla="*/ 1405889 w 1883055"/>
              <a:gd name="connsiteY39" fmla="*/ 47134 h 1676718"/>
              <a:gd name="connsiteX40" fmla="*/ 1387036 w 1883055"/>
              <a:gd name="connsiteY40" fmla="*/ 18854 h 1676718"/>
              <a:gd name="connsiteX41" fmla="*/ 1245634 w 1883055"/>
              <a:gd name="connsiteY41" fmla="*/ 9427 h 1676718"/>
              <a:gd name="connsiteX42" fmla="*/ 1217353 w 1883055"/>
              <a:gd name="connsiteY42" fmla="*/ 0 h 1676718"/>
              <a:gd name="connsiteX43" fmla="*/ 708306 w 1883055"/>
              <a:gd name="connsiteY43" fmla="*/ 9427 h 1676718"/>
              <a:gd name="connsiteX44" fmla="*/ 680025 w 1883055"/>
              <a:gd name="connsiteY44" fmla="*/ 18854 h 1676718"/>
              <a:gd name="connsiteX45" fmla="*/ 566904 w 1883055"/>
              <a:gd name="connsiteY45" fmla="*/ 28281 h 1676718"/>
              <a:gd name="connsiteX46" fmla="*/ 519770 w 1883055"/>
              <a:gd name="connsiteY46" fmla="*/ 37707 h 1676718"/>
              <a:gd name="connsiteX47" fmla="*/ 491489 w 1883055"/>
              <a:gd name="connsiteY47" fmla="*/ 56561 h 1676718"/>
              <a:gd name="connsiteX48" fmla="*/ 453782 w 1883055"/>
              <a:gd name="connsiteY48" fmla="*/ 65988 h 1676718"/>
              <a:gd name="connsiteX49" fmla="*/ 397221 w 1883055"/>
              <a:gd name="connsiteY49" fmla="*/ 103695 h 1676718"/>
              <a:gd name="connsiteX50" fmla="*/ 368941 w 1883055"/>
              <a:gd name="connsiteY50" fmla="*/ 122549 h 1676718"/>
              <a:gd name="connsiteX51" fmla="*/ 321807 w 1883055"/>
              <a:gd name="connsiteY51" fmla="*/ 160256 h 1676718"/>
              <a:gd name="connsiteX52" fmla="*/ 293526 w 1883055"/>
              <a:gd name="connsiteY52" fmla="*/ 188536 h 1676718"/>
              <a:gd name="connsiteX53" fmla="*/ 246392 w 1883055"/>
              <a:gd name="connsiteY53" fmla="*/ 226243 h 1676718"/>
              <a:gd name="connsiteX54" fmla="*/ 236966 w 1883055"/>
              <a:gd name="connsiteY54" fmla="*/ 169683 h 1676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883055" h="1676718">
                <a:moveTo>
                  <a:pt x="236966" y="169683"/>
                </a:moveTo>
                <a:lnTo>
                  <a:pt x="236966" y="169683"/>
                </a:lnTo>
                <a:cubicBezTo>
                  <a:pt x="233824" y="201106"/>
                  <a:pt x="234156" y="233073"/>
                  <a:pt x="227539" y="263951"/>
                </a:cubicBezTo>
                <a:cubicBezTo>
                  <a:pt x="224594" y="277692"/>
                  <a:pt x="214221" y="288742"/>
                  <a:pt x="208685" y="301658"/>
                </a:cubicBezTo>
                <a:cubicBezTo>
                  <a:pt x="204771" y="310791"/>
                  <a:pt x="203702" y="321050"/>
                  <a:pt x="199258" y="329938"/>
                </a:cubicBezTo>
                <a:cubicBezTo>
                  <a:pt x="194191" y="340072"/>
                  <a:pt x="185472" y="348085"/>
                  <a:pt x="180405" y="358219"/>
                </a:cubicBezTo>
                <a:cubicBezTo>
                  <a:pt x="141384" y="436263"/>
                  <a:pt x="206148" y="333746"/>
                  <a:pt x="152124" y="414779"/>
                </a:cubicBezTo>
                <a:cubicBezTo>
                  <a:pt x="148982" y="424206"/>
                  <a:pt x="147142" y="434172"/>
                  <a:pt x="142698" y="443060"/>
                </a:cubicBezTo>
                <a:cubicBezTo>
                  <a:pt x="129576" y="469305"/>
                  <a:pt x="116409" y="478776"/>
                  <a:pt x="95564" y="499621"/>
                </a:cubicBezTo>
                <a:cubicBezTo>
                  <a:pt x="73127" y="566930"/>
                  <a:pt x="87734" y="539646"/>
                  <a:pt x="57856" y="584462"/>
                </a:cubicBezTo>
                <a:cubicBezTo>
                  <a:pt x="-53158" y="917529"/>
                  <a:pt x="23637" y="676900"/>
                  <a:pt x="57856" y="1583703"/>
                </a:cubicBezTo>
                <a:cubicBezTo>
                  <a:pt x="58359" y="1597025"/>
                  <a:pt x="75895" y="1603449"/>
                  <a:pt x="86137" y="1611984"/>
                </a:cubicBezTo>
                <a:cubicBezTo>
                  <a:pt x="94840" y="1619237"/>
                  <a:pt x="104990" y="1624553"/>
                  <a:pt x="114417" y="1630837"/>
                </a:cubicBezTo>
                <a:lnTo>
                  <a:pt x="566904" y="1621410"/>
                </a:lnTo>
                <a:cubicBezTo>
                  <a:pt x="576833" y="1621021"/>
                  <a:pt x="585247" y="1611984"/>
                  <a:pt x="595184" y="1611984"/>
                </a:cubicBezTo>
                <a:cubicBezTo>
                  <a:pt x="658108" y="1611984"/>
                  <a:pt x="720875" y="1618268"/>
                  <a:pt x="783720" y="1621410"/>
                </a:cubicBezTo>
                <a:cubicBezTo>
                  <a:pt x="1123493" y="1734670"/>
                  <a:pt x="820409" y="1640473"/>
                  <a:pt x="1735827" y="1630837"/>
                </a:cubicBezTo>
                <a:lnTo>
                  <a:pt x="1792388" y="1593130"/>
                </a:lnTo>
                <a:lnTo>
                  <a:pt x="1820669" y="1574276"/>
                </a:lnTo>
                <a:cubicBezTo>
                  <a:pt x="1834914" y="1517290"/>
                  <a:pt x="1825998" y="1548858"/>
                  <a:pt x="1848949" y="1480008"/>
                </a:cubicBezTo>
                <a:lnTo>
                  <a:pt x="1858376" y="1451728"/>
                </a:lnTo>
                <a:lnTo>
                  <a:pt x="1867803" y="1423448"/>
                </a:lnTo>
                <a:cubicBezTo>
                  <a:pt x="1891567" y="1162049"/>
                  <a:pt x="1884399" y="1282542"/>
                  <a:pt x="1867803" y="801278"/>
                </a:cubicBezTo>
                <a:cubicBezTo>
                  <a:pt x="1866732" y="770209"/>
                  <a:pt x="1853031" y="769435"/>
                  <a:pt x="1830095" y="754144"/>
                </a:cubicBezTo>
                <a:cubicBezTo>
                  <a:pt x="1826953" y="741575"/>
                  <a:pt x="1824228" y="728894"/>
                  <a:pt x="1820669" y="716437"/>
                </a:cubicBezTo>
                <a:cubicBezTo>
                  <a:pt x="1817939" y="706883"/>
                  <a:pt x="1813652" y="697797"/>
                  <a:pt x="1811242" y="688157"/>
                </a:cubicBezTo>
                <a:cubicBezTo>
                  <a:pt x="1809754" y="682206"/>
                  <a:pt x="1797227" y="612994"/>
                  <a:pt x="1792388" y="603316"/>
                </a:cubicBezTo>
                <a:cubicBezTo>
                  <a:pt x="1782254" y="583049"/>
                  <a:pt x="1754681" y="546755"/>
                  <a:pt x="1754681" y="546755"/>
                </a:cubicBezTo>
                <a:cubicBezTo>
                  <a:pt x="1751539" y="527901"/>
                  <a:pt x="1754737" y="506789"/>
                  <a:pt x="1745254" y="490194"/>
                </a:cubicBezTo>
                <a:cubicBezTo>
                  <a:pt x="1740324" y="481567"/>
                  <a:pt x="1724000" y="487793"/>
                  <a:pt x="1716974" y="480767"/>
                </a:cubicBezTo>
                <a:cubicBezTo>
                  <a:pt x="1712387" y="476180"/>
                  <a:pt x="1698304" y="415207"/>
                  <a:pt x="1698120" y="414779"/>
                </a:cubicBezTo>
                <a:cubicBezTo>
                  <a:pt x="1693657" y="404366"/>
                  <a:pt x="1684334" y="396632"/>
                  <a:pt x="1679267" y="386499"/>
                </a:cubicBezTo>
                <a:cubicBezTo>
                  <a:pt x="1674823" y="377611"/>
                  <a:pt x="1674284" y="367107"/>
                  <a:pt x="1669840" y="358219"/>
                </a:cubicBezTo>
                <a:cubicBezTo>
                  <a:pt x="1664773" y="348085"/>
                  <a:pt x="1655587" y="340291"/>
                  <a:pt x="1650986" y="329938"/>
                </a:cubicBezTo>
                <a:cubicBezTo>
                  <a:pt x="1642915" y="311777"/>
                  <a:pt x="1646186" y="287429"/>
                  <a:pt x="1632133" y="273377"/>
                </a:cubicBezTo>
                <a:cubicBezTo>
                  <a:pt x="1595841" y="237086"/>
                  <a:pt x="1611247" y="256190"/>
                  <a:pt x="1584999" y="216817"/>
                </a:cubicBezTo>
                <a:cubicBezTo>
                  <a:pt x="1581857" y="204248"/>
                  <a:pt x="1583002" y="189723"/>
                  <a:pt x="1575572" y="179109"/>
                </a:cubicBezTo>
                <a:cubicBezTo>
                  <a:pt x="1543819" y="133748"/>
                  <a:pt x="1506496" y="114205"/>
                  <a:pt x="1462450" y="84841"/>
                </a:cubicBezTo>
                <a:lnTo>
                  <a:pt x="1434170" y="65988"/>
                </a:lnTo>
                <a:lnTo>
                  <a:pt x="1405889" y="47134"/>
                </a:lnTo>
                <a:cubicBezTo>
                  <a:pt x="1399605" y="37707"/>
                  <a:pt x="1398064" y="21449"/>
                  <a:pt x="1387036" y="18854"/>
                </a:cubicBezTo>
                <a:cubicBezTo>
                  <a:pt x="1341053" y="8035"/>
                  <a:pt x="1292584" y="14644"/>
                  <a:pt x="1245634" y="9427"/>
                </a:cubicBezTo>
                <a:cubicBezTo>
                  <a:pt x="1235758" y="8330"/>
                  <a:pt x="1226780" y="3142"/>
                  <a:pt x="1217353" y="0"/>
                </a:cubicBezTo>
                <a:lnTo>
                  <a:pt x="708306" y="9427"/>
                </a:lnTo>
                <a:cubicBezTo>
                  <a:pt x="698375" y="9775"/>
                  <a:pt x="689875" y="17541"/>
                  <a:pt x="680025" y="18854"/>
                </a:cubicBezTo>
                <a:cubicBezTo>
                  <a:pt x="642519" y="23855"/>
                  <a:pt x="604611" y="25139"/>
                  <a:pt x="566904" y="28281"/>
                </a:cubicBezTo>
                <a:cubicBezTo>
                  <a:pt x="551193" y="31423"/>
                  <a:pt x="534772" y="32081"/>
                  <a:pt x="519770" y="37707"/>
                </a:cubicBezTo>
                <a:cubicBezTo>
                  <a:pt x="509162" y="41685"/>
                  <a:pt x="501903" y="52098"/>
                  <a:pt x="491489" y="56561"/>
                </a:cubicBezTo>
                <a:cubicBezTo>
                  <a:pt x="479581" y="61665"/>
                  <a:pt x="466351" y="62846"/>
                  <a:pt x="453782" y="65988"/>
                </a:cubicBezTo>
                <a:lnTo>
                  <a:pt x="397221" y="103695"/>
                </a:lnTo>
                <a:lnTo>
                  <a:pt x="368941" y="122549"/>
                </a:lnTo>
                <a:cubicBezTo>
                  <a:pt x="326775" y="185795"/>
                  <a:pt x="376446" y="123830"/>
                  <a:pt x="321807" y="160256"/>
                </a:cubicBezTo>
                <a:cubicBezTo>
                  <a:pt x="310714" y="167651"/>
                  <a:pt x="303768" y="180001"/>
                  <a:pt x="293526" y="188536"/>
                </a:cubicBezTo>
                <a:cubicBezTo>
                  <a:pt x="222171" y="247998"/>
                  <a:pt x="301247" y="171391"/>
                  <a:pt x="246392" y="226243"/>
                </a:cubicBezTo>
                <a:lnTo>
                  <a:pt x="236966" y="169683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eform 44"/>
          <p:cNvSpPr/>
          <p:nvPr/>
        </p:nvSpPr>
        <p:spPr>
          <a:xfrm rot="20862510">
            <a:off x="1337596" y="-1286574"/>
            <a:ext cx="578338" cy="953477"/>
          </a:xfrm>
          <a:custGeom>
            <a:avLst/>
            <a:gdLst>
              <a:gd name="connsiteX0" fmla="*/ 578338 w 578338"/>
              <a:gd name="connsiteY0" fmla="*/ 0 h 953477"/>
              <a:gd name="connsiteX1" fmla="*/ 0 w 578338"/>
              <a:gd name="connsiteY1" fmla="*/ 953477 h 95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338" h="953477">
                <a:moveTo>
                  <a:pt x="578338" y="0"/>
                </a:moveTo>
                <a:lnTo>
                  <a:pt x="0" y="95347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Freeform 45"/>
          <p:cNvSpPr/>
          <p:nvPr/>
        </p:nvSpPr>
        <p:spPr>
          <a:xfrm rot="724068" flipH="1">
            <a:off x="1702907" y="-1301672"/>
            <a:ext cx="577343" cy="953477"/>
          </a:xfrm>
          <a:custGeom>
            <a:avLst/>
            <a:gdLst>
              <a:gd name="connsiteX0" fmla="*/ 578338 w 578338"/>
              <a:gd name="connsiteY0" fmla="*/ 0 h 953477"/>
              <a:gd name="connsiteX1" fmla="*/ 0 w 578338"/>
              <a:gd name="connsiteY1" fmla="*/ 953477 h 95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8338" h="953477">
                <a:moveTo>
                  <a:pt x="578338" y="0"/>
                </a:moveTo>
                <a:lnTo>
                  <a:pt x="0" y="95347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reeform 46"/>
          <p:cNvSpPr/>
          <p:nvPr/>
        </p:nvSpPr>
        <p:spPr>
          <a:xfrm rot="17571306" flipH="1">
            <a:off x="617750" y="-3169973"/>
            <a:ext cx="410600" cy="73831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 47"/>
          <p:cNvSpPr/>
          <p:nvPr/>
        </p:nvSpPr>
        <p:spPr>
          <a:xfrm rot="3659649">
            <a:off x="2528084" y="-3031300"/>
            <a:ext cx="630586" cy="595362"/>
          </a:xfrm>
          <a:custGeom>
            <a:avLst/>
            <a:gdLst>
              <a:gd name="connsiteX0" fmla="*/ 0 w 2080592"/>
              <a:gd name="connsiteY0" fmla="*/ 1245704 h 1590261"/>
              <a:gd name="connsiteX1" fmla="*/ 0 w 2080592"/>
              <a:gd name="connsiteY1" fmla="*/ 1245704 h 1590261"/>
              <a:gd name="connsiteX2" fmla="*/ 92765 w 2080592"/>
              <a:gd name="connsiteY2" fmla="*/ 1166191 h 1590261"/>
              <a:gd name="connsiteX3" fmla="*/ 159026 w 2080592"/>
              <a:gd name="connsiteY3" fmla="*/ 1113183 h 1590261"/>
              <a:gd name="connsiteX4" fmla="*/ 212035 w 2080592"/>
              <a:gd name="connsiteY4" fmla="*/ 1099930 h 1590261"/>
              <a:gd name="connsiteX5" fmla="*/ 251792 w 2080592"/>
              <a:gd name="connsiteY5" fmla="*/ 1073426 h 1590261"/>
              <a:gd name="connsiteX6" fmla="*/ 291548 w 2080592"/>
              <a:gd name="connsiteY6" fmla="*/ 1060174 h 1590261"/>
              <a:gd name="connsiteX7" fmla="*/ 357809 w 2080592"/>
              <a:gd name="connsiteY7" fmla="*/ 1020417 h 1590261"/>
              <a:gd name="connsiteX8" fmla="*/ 397565 w 2080592"/>
              <a:gd name="connsiteY8" fmla="*/ 993913 h 1590261"/>
              <a:gd name="connsiteX9" fmla="*/ 424070 w 2080592"/>
              <a:gd name="connsiteY9" fmla="*/ 967409 h 1590261"/>
              <a:gd name="connsiteX10" fmla="*/ 463826 w 2080592"/>
              <a:gd name="connsiteY10" fmla="*/ 954156 h 1590261"/>
              <a:gd name="connsiteX11" fmla="*/ 503583 w 2080592"/>
              <a:gd name="connsiteY11" fmla="*/ 927652 h 1590261"/>
              <a:gd name="connsiteX12" fmla="*/ 596348 w 2080592"/>
              <a:gd name="connsiteY12" fmla="*/ 887896 h 1590261"/>
              <a:gd name="connsiteX13" fmla="*/ 649357 w 2080592"/>
              <a:gd name="connsiteY13" fmla="*/ 834887 h 1590261"/>
              <a:gd name="connsiteX14" fmla="*/ 689113 w 2080592"/>
              <a:gd name="connsiteY14" fmla="*/ 795130 h 1590261"/>
              <a:gd name="connsiteX15" fmla="*/ 755374 w 2080592"/>
              <a:gd name="connsiteY15" fmla="*/ 742122 h 1590261"/>
              <a:gd name="connsiteX16" fmla="*/ 781879 w 2080592"/>
              <a:gd name="connsiteY16" fmla="*/ 715617 h 1590261"/>
              <a:gd name="connsiteX17" fmla="*/ 914400 w 2080592"/>
              <a:gd name="connsiteY17" fmla="*/ 636104 h 1590261"/>
              <a:gd name="connsiteX18" fmla="*/ 993913 w 2080592"/>
              <a:gd name="connsiteY18" fmla="*/ 583096 h 1590261"/>
              <a:gd name="connsiteX19" fmla="*/ 1020418 w 2080592"/>
              <a:gd name="connsiteY19" fmla="*/ 543339 h 1590261"/>
              <a:gd name="connsiteX20" fmla="*/ 1099931 w 2080592"/>
              <a:gd name="connsiteY20" fmla="*/ 503583 h 1590261"/>
              <a:gd name="connsiteX21" fmla="*/ 1126435 w 2080592"/>
              <a:gd name="connsiteY21" fmla="*/ 477078 h 1590261"/>
              <a:gd name="connsiteX22" fmla="*/ 1139687 w 2080592"/>
              <a:gd name="connsiteY22" fmla="*/ 437322 h 1590261"/>
              <a:gd name="connsiteX23" fmla="*/ 1219200 w 2080592"/>
              <a:gd name="connsiteY23" fmla="*/ 410817 h 1590261"/>
              <a:gd name="connsiteX24" fmla="*/ 1272209 w 2080592"/>
              <a:gd name="connsiteY24" fmla="*/ 371061 h 1590261"/>
              <a:gd name="connsiteX25" fmla="*/ 1311965 w 2080592"/>
              <a:gd name="connsiteY25" fmla="*/ 357809 h 1590261"/>
              <a:gd name="connsiteX26" fmla="*/ 1338470 w 2080592"/>
              <a:gd name="connsiteY26" fmla="*/ 331304 h 1590261"/>
              <a:gd name="connsiteX27" fmla="*/ 1404731 w 2080592"/>
              <a:gd name="connsiteY27" fmla="*/ 304800 h 1590261"/>
              <a:gd name="connsiteX28" fmla="*/ 1470992 w 2080592"/>
              <a:gd name="connsiteY28" fmla="*/ 251791 h 1590261"/>
              <a:gd name="connsiteX29" fmla="*/ 1563757 w 2080592"/>
              <a:gd name="connsiteY29" fmla="*/ 185530 h 1590261"/>
              <a:gd name="connsiteX30" fmla="*/ 1603513 w 2080592"/>
              <a:gd name="connsiteY30" fmla="*/ 172278 h 1590261"/>
              <a:gd name="connsiteX31" fmla="*/ 1696279 w 2080592"/>
              <a:gd name="connsiteY31" fmla="*/ 106017 h 1590261"/>
              <a:gd name="connsiteX32" fmla="*/ 1775792 w 2080592"/>
              <a:gd name="connsiteY32" fmla="*/ 53009 h 1590261"/>
              <a:gd name="connsiteX33" fmla="*/ 1815548 w 2080592"/>
              <a:gd name="connsiteY33" fmla="*/ 39756 h 1590261"/>
              <a:gd name="connsiteX34" fmla="*/ 1855305 w 2080592"/>
              <a:gd name="connsiteY34" fmla="*/ 13252 h 1590261"/>
              <a:gd name="connsiteX35" fmla="*/ 1948070 w 2080592"/>
              <a:gd name="connsiteY35" fmla="*/ 0 h 1590261"/>
              <a:gd name="connsiteX36" fmla="*/ 2014331 w 2080592"/>
              <a:gd name="connsiteY36" fmla="*/ 13252 h 1590261"/>
              <a:gd name="connsiteX37" fmla="*/ 2040835 w 2080592"/>
              <a:gd name="connsiteY37" fmla="*/ 92765 h 1590261"/>
              <a:gd name="connsiteX38" fmla="*/ 2080592 w 2080592"/>
              <a:gd name="connsiteY38" fmla="*/ 159026 h 1590261"/>
              <a:gd name="connsiteX39" fmla="*/ 2067339 w 2080592"/>
              <a:gd name="connsiteY39" fmla="*/ 265043 h 1590261"/>
              <a:gd name="connsiteX40" fmla="*/ 2001079 w 2080592"/>
              <a:gd name="connsiteY40" fmla="*/ 331304 h 1590261"/>
              <a:gd name="connsiteX41" fmla="*/ 1934818 w 2080592"/>
              <a:gd name="connsiteY41" fmla="*/ 424069 h 1590261"/>
              <a:gd name="connsiteX42" fmla="*/ 1908313 w 2080592"/>
              <a:gd name="connsiteY42" fmla="*/ 450574 h 1590261"/>
              <a:gd name="connsiteX43" fmla="*/ 1868557 w 2080592"/>
              <a:gd name="connsiteY43" fmla="*/ 503583 h 1590261"/>
              <a:gd name="connsiteX44" fmla="*/ 1828800 w 2080592"/>
              <a:gd name="connsiteY44" fmla="*/ 583096 h 1590261"/>
              <a:gd name="connsiteX45" fmla="*/ 1789044 w 2080592"/>
              <a:gd name="connsiteY45" fmla="*/ 596348 h 1590261"/>
              <a:gd name="connsiteX46" fmla="*/ 1722783 w 2080592"/>
              <a:gd name="connsiteY46" fmla="*/ 662609 h 1590261"/>
              <a:gd name="connsiteX47" fmla="*/ 1616765 w 2080592"/>
              <a:gd name="connsiteY47" fmla="*/ 742122 h 1590261"/>
              <a:gd name="connsiteX48" fmla="*/ 1550505 w 2080592"/>
              <a:gd name="connsiteY48" fmla="*/ 808383 h 1590261"/>
              <a:gd name="connsiteX49" fmla="*/ 1510748 w 2080592"/>
              <a:gd name="connsiteY49" fmla="*/ 848139 h 1590261"/>
              <a:gd name="connsiteX50" fmla="*/ 1431235 w 2080592"/>
              <a:gd name="connsiteY50" fmla="*/ 874643 h 1590261"/>
              <a:gd name="connsiteX51" fmla="*/ 1351722 w 2080592"/>
              <a:gd name="connsiteY51" fmla="*/ 901148 h 1590261"/>
              <a:gd name="connsiteX52" fmla="*/ 1258957 w 2080592"/>
              <a:gd name="connsiteY52" fmla="*/ 914400 h 1590261"/>
              <a:gd name="connsiteX53" fmla="*/ 1232452 w 2080592"/>
              <a:gd name="connsiteY53" fmla="*/ 940904 h 1590261"/>
              <a:gd name="connsiteX54" fmla="*/ 1192696 w 2080592"/>
              <a:gd name="connsiteY54" fmla="*/ 954156 h 1590261"/>
              <a:gd name="connsiteX55" fmla="*/ 1179444 w 2080592"/>
              <a:gd name="connsiteY55" fmla="*/ 993913 h 1590261"/>
              <a:gd name="connsiteX56" fmla="*/ 1099931 w 2080592"/>
              <a:gd name="connsiteY56" fmla="*/ 1020417 h 1590261"/>
              <a:gd name="connsiteX57" fmla="*/ 1073426 w 2080592"/>
              <a:gd name="connsiteY57" fmla="*/ 1046922 h 1590261"/>
              <a:gd name="connsiteX58" fmla="*/ 1033670 w 2080592"/>
              <a:gd name="connsiteY58" fmla="*/ 1073426 h 1590261"/>
              <a:gd name="connsiteX59" fmla="*/ 993913 w 2080592"/>
              <a:gd name="connsiteY59" fmla="*/ 1139687 h 1590261"/>
              <a:gd name="connsiteX60" fmla="*/ 954157 w 2080592"/>
              <a:gd name="connsiteY60" fmla="*/ 1166191 h 1590261"/>
              <a:gd name="connsiteX61" fmla="*/ 927652 w 2080592"/>
              <a:gd name="connsiteY61" fmla="*/ 1192696 h 1590261"/>
              <a:gd name="connsiteX62" fmla="*/ 874644 w 2080592"/>
              <a:gd name="connsiteY62" fmla="*/ 1219200 h 1590261"/>
              <a:gd name="connsiteX63" fmla="*/ 821635 w 2080592"/>
              <a:gd name="connsiteY63" fmla="*/ 1272209 h 1590261"/>
              <a:gd name="connsiteX64" fmla="*/ 755374 w 2080592"/>
              <a:gd name="connsiteY64" fmla="*/ 1325217 h 1590261"/>
              <a:gd name="connsiteX65" fmla="*/ 715618 w 2080592"/>
              <a:gd name="connsiteY65" fmla="*/ 1351722 h 1590261"/>
              <a:gd name="connsiteX66" fmla="*/ 689113 w 2080592"/>
              <a:gd name="connsiteY66" fmla="*/ 1378226 h 1590261"/>
              <a:gd name="connsiteX67" fmla="*/ 622852 w 2080592"/>
              <a:gd name="connsiteY67" fmla="*/ 1391478 h 1590261"/>
              <a:gd name="connsiteX68" fmla="*/ 556592 w 2080592"/>
              <a:gd name="connsiteY68" fmla="*/ 1457739 h 1590261"/>
              <a:gd name="connsiteX69" fmla="*/ 490331 w 2080592"/>
              <a:gd name="connsiteY69" fmla="*/ 1510748 h 1590261"/>
              <a:gd name="connsiteX70" fmla="*/ 450574 w 2080592"/>
              <a:gd name="connsiteY70" fmla="*/ 1524000 h 1590261"/>
              <a:gd name="connsiteX71" fmla="*/ 397565 w 2080592"/>
              <a:gd name="connsiteY71" fmla="*/ 1550504 h 1590261"/>
              <a:gd name="connsiteX72" fmla="*/ 304800 w 2080592"/>
              <a:gd name="connsiteY72" fmla="*/ 1577009 h 1590261"/>
              <a:gd name="connsiteX73" fmla="*/ 265044 w 2080592"/>
              <a:gd name="connsiteY73" fmla="*/ 1590261 h 1590261"/>
              <a:gd name="connsiteX74" fmla="*/ 132522 w 2080592"/>
              <a:gd name="connsiteY74" fmla="*/ 1577009 h 1590261"/>
              <a:gd name="connsiteX75" fmla="*/ 106018 w 2080592"/>
              <a:gd name="connsiteY75" fmla="*/ 1550504 h 1590261"/>
              <a:gd name="connsiteX76" fmla="*/ 66261 w 2080592"/>
              <a:gd name="connsiteY76" fmla="*/ 1524000 h 1590261"/>
              <a:gd name="connsiteX77" fmla="*/ 39757 w 2080592"/>
              <a:gd name="connsiteY77" fmla="*/ 1484243 h 1590261"/>
              <a:gd name="connsiteX78" fmla="*/ 26505 w 2080592"/>
              <a:gd name="connsiteY78" fmla="*/ 1298713 h 1590261"/>
              <a:gd name="connsiteX79" fmla="*/ 0 w 2080592"/>
              <a:gd name="connsiteY79" fmla="*/ 1245704 h 1590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080592" h="1590261">
                <a:moveTo>
                  <a:pt x="0" y="1245704"/>
                </a:moveTo>
                <a:lnTo>
                  <a:pt x="0" y="1245704"/>
                </a:lnTo>
                <a:cubicBezTo>
                  <a:pt x="30922" y="1219200"/>
                  <a:pt x="62326" y="1193248"/>
                  <a:pt x="92765" y="1166191"/>
                </a:cubicBezTo>
                <a:cubicBezTo>
                  <a:pt x="119296" y="1142608"/>
                  <a:pt x="123197" y="1128539"/>
                  <a:pt x="159026" y="1113183"/>
                </a:cubicBezTo>
                <a:cubicBezTo>
                  <a:pt x="175767" y="1106008"/>
                  <a:pt x="194365" y="1104348"/>
                  <a:pt x="212035" y="1099930"/>
                </a:cubicBezTo>
                <a:cubicBezTo>
                  <a:pt x="225287" y="1091095"/>
                  <a:pt x="237546" y="1080549"/>
                  <a:pt x="251792" y="1073426"/>
                </a:cubicBezTo>
                <a:cubicBezTo>
                  <a:pt x="264286" y="1067179"/>
                  <a:pt x="279570" y="1067361"/>
                  <a:pt x="291548" y="1060174"/>
                </a:cubicBezTo>
                <a:cubicBezTo>
                  <a:pt x="382500" y="1005601"/>
                  <a:pt x="245187" y="1057957"/>
                  <a:pt x="357809" y="1020417"/>
                </a:cubicBezTo>
                <a:cubicBezTo>
                  <a:pt x="371061" y="1011582"/>
                  <a:pt x="385128" y="1003862"/>
                  <a:pt x="397565" y="993913"/>
                </a:cubicBezTo>
                <a:cubicBezTo>
                  <a:pt x="407321" y="986108"/>
                  <a:pt x="413356" y="973837"/>
                  <a:pt x="424070" y="967409"/>
                </a:cubicBezTo>
                <a:cubicBezTo>
                  <a:pt x="436048" y="960222"/>
                  <a:pt x="451332" y="960403"/>
                  <a:pt x="463826" y="954156"/>
                </a:cubicBezTo>
                <a:cubicBezTo>
                  <a:pt x="478072" y="947033"/>
                  <a:pt x="489754" y="935554"/>
                  <a:pt x="503583" y="927652"/>
                </a:cubicBezTo>
                <a:cubicBezTo>
                  <a:pt x="549435" y="901451"/>
                  <a:pt x="551746" y="902763"/>
                  <a:pt x="596348" y="887896"/>
                </a:cubicBezTo>
                <a:lnTo>
                  <a:pt x="649357" y="834887"/>
                </a:lnTo>
                <a:cubicBezTo>
                  <a:pt x="662609" y="821635"/>
                  <a:pt x="674478" y="806838"/>
                  <a:pt x="689113" y="795130"/>
                </a:cubicBezTo>
                <a:cubicBezTo>
                  <a:pt x="711200" y="777461"/>
                  <a:pt x="733898" y="760530"/>
                  <a:pt x="755374" y="742122"/>
                </a:cubicBezTo>
                <a:cubicBezTo>
                  <a:pt x="764861" y="733991"/>
                  <a:pt x="771483" y="722548"/>
                  <a:pt x="781879" y="715617"/>
                </a:cubicBezTo>
                <a:cubicBezTo>
                  <a:pt x="824742" y="687042"/>
                  <a:pt x="871537" y="664679"/>
                  <a:pt x="914400" y="636104"/>
                </a:cubicBezTo>
                <a:lnTo>
                  <a:pt x="993913" y="583096"/>
                </a:lnTo>
                <a:cubicBezTo>
                  <a:pt x="1002748" y="569844"/>
                  <a:pt x="1009156" y="554601"/>
                  <a:pt x="1020418" y="543339"/>
                </a:cubicBezTo>
                <a:cubicBezTo>
                  <a:pt x="1046108" y="517649"/>
                  <a:pt x="1067596" y="514361"/>
                  <a:pt x="1099931" y="503583"/>
                </a:cubicBezTo>
                <a:cubicBezTo>
                  <a:pt x="1108766" y="494748"/>
                  <a:pt x="1120007" y="487792"/>
                  <a:pt x="1126435" y="477078"/>
                </a:cubicBezTo>
                <a:cubicBezTo>
                  <a:pt x="1133622" y="465100"/>
                  <a:pt x="1128320" y="445441"/>
                  <a:pt x="1139687" y="437322"/>
                </a:cubicBezTo>
                <a:cubicBezTo>
                  <a:pt x="1162421" y="421083"/>
                  <a:pt x="1219200" y="410817"/>
                  <a:pt x="1219200" y="410817"/>
                </a:cubicBezTo>
                <a:cubicBezTo>
                  <a:pt x="1236870" y="397565"/>
                  <a:pt x="1253032" y="382019"/>
                  <a:pt x="1272209" y="371061"/>
                </a:cubicBezTo>
                <a:cubicBezTo>
                  <a:pt x="1284337" y="364131"/>
                  <a:pt x="1299987" y="364996"/>
                  <a:pt x="1311965" y="357809"/>
                </a:cubicBezTo>
                <a:cubicBezTo>
                  <a:pt x="1322679" y="351381"/>
                  <a:pt x="1327622" y="337503"/>
                  <a:pt x="1338470" y="331304"/>
                </a:cubicBezTo>
                <a:cubicBezTo>
                  <a:pt x="1359124" y="319502"/>
                  <a:pt x="1382644" y="313635"/>
                  <a:pt x="1404731" y="304800"/>
                </a:cubicBezTo>
                <a:cubicBezTo>
                  <a:pt x="1449409" y="237781"/>
                  <a:pt x="1406981" y="283796"/>
                  <a:pt x="1470992" y="251791"/>
                </a:cubicBezTo>
                <a:cubicBezTo>
                  <a:pt x="1512009" y="231283"/>
                  <a:pt x="1521743" y="209538"/>
                  <a:pt x="1563757" y="185530"/>
                </a:cubicBezTo>
                <a:cubicBezTo>
                  <a:pt x="1575885" y="178599"/>
                  <a:pt x="1590261" y="176695"/>
                  <a:pt x="1603513" y="172278"/>
                </a:cubicBezTo>
                <a:cubicBezTo>
                  <a:pt x="1666400" y="109391"/>
                  <a:pt x="1632816" y="127171"/>
                  <a:pt x="1696279" y="106017"/>
                </a:cubicBezTo>
                <a:cubicBezTo>
                  <a:pt x="1722783" y="88348"/>
                  <a:pt x="1745573" y="63083"/>
                  <a:pt x="1775792" y="53009"/>
                </a:cubicBezTo>
                <a:cubicBezTo>
                  <a:pt x="1789044" y="48591"/>
                  <a:pt x="1803054" y="46003"/>
                  <a:pt x="1815548" y="39756"/>
                </a:cubicBezTo>
                <a:cubicBezTo>
                  <a:pt x="1829794" y="32633"/>
                  <a:pt x="1840049" y="17829"/>
                  <a:pt x="1855305" y="13252"/>
                </a:cubicBezTo>
                <a:cubicBezTo>
                  <a:pt x="1885223" y="4277"/>
                  <a:pt x="1917148" y="4417"/>
                  <a:pt x="1948070" y="0"/>
                </a:cubicBezTo>
                <a:cubicBezTo>
                  <a:pt x="1970157" y="4417"/>
                  <a:pt x="1998404" y="-2675"/>
                  <a:pt x="2014331" y="13252"/>
                </a:cubicBezTo>
                <a:cubicBezTo>
                  <a:pt x="2034086" y="33007"/>
                  <a:pt x="2032000" y="66261"/>
                  <a:pt x="2040835" y="92765"/>
                </a:cubicBezTo>
                <a:cubicBezTo>
                  <a:pt x="2058038" y="144375"/>
                  <a:pt x="2044209" y="122644"/>
                  <a:pt x="2080592" y="159026"/>
                </a:cubicBezTo>
                <a:cubicBezTo>
                  <a:pt x="2076174" y="194365"/>
                  <a:pt x="2076710" y="230684"/>
                  <a:pt x="2067339" y="265043"/>
                </a:cubicBezTo>
                <a:cubicBezTo>
                  <a:pt x="2054086" y="313636"/>
                  <a:pt x="2032002" y="300381"/>
                  <a:pt x="2001079" y="331304"/>
                </a:cubicBezTo>
                <a:cubicBezTo>
                  <a:pt x="1963769" y="368614"/>
                  <a:pt x="1964919" y="386443"/>
                  <a:pt x="1934818" y="424069"/>
                </a:cubicBezTo>
                <a:cubicBezTo>
                  <a:pt x="1927013" y="433826"/>
                  <a:pt x="1916312" y="440975"/>
                  <a:pt x="1908313" y="450574"/>
                </a:cubicBezTo>
                <a:cubicBezTo>
                  <a:pt x="1894173" y="467542"/>
                  <a:pt x="1881809" y="485913"/>
                  <a:pt x="1868557" y="503583"/>
                </a:cubicBezTo>
                <a:cubicBezTo>
                  <a:pt x="1859029" y="541697"/>
                  <a:pt x="1863550" y="562246"/>
                  <a:pt x="1828800" y="583096"/>
                </a:cubicBezTo>
                <a:cubicBezTo>
                  <a:pt x="1816822" y="590283"/>
                  <a:pt x="1802296" y="591931"/>
                  <a:pt x="1789044" y="596348"/>
                </a:cubicBezTo>
                <a:cubicBezTo>
                  <a:pt x="1766957" y="618435"/>
                  <a:pt x="1747772" y="643868"/>
                  <a:pt x="1722783" y="662609"/>
                </a:cubicBezTo>
                <a:cubicBezTo>
                  <a:pt x="1687444" y="689113"/>
                  <a:pt x="1641268" y="705367"/>
                  <a:pt x="1616765" y="742122"/>
                </a:cubicBezTo>
                <a:cubicBezTo>
                  <a:pt x="1568176" y="815005"/>
                  <a:pt x="1616763" y="753168"/>
                  <a:pt x="1550505" y="808383"/>
                </a:cubicBezTo>
                <a:cubicBezTo>
                  <a:pt x="1536107" y="820381"/>
                  <a:pt x="1527131" y="839037"/>
                  <a:pt x="1510748" y="848139"/>
                </a:cubicBezTo>
                <a:cubicBezTo>
                  <a:pt x="1486326" y="861707"/>
                  <a:pt x="1457739" y="865808"/>
                  <a:pt x="1431235" y="874643"/>
                </a:cubicBezTo>
                <a:lnTo>
                  <a:pt x="1351722" y="901148"/>
                </a:lnTo>
                <a:lnTo>
                  <a:pt x="1258957" y="914400"/>
                </a:lnTo>
                <a:cubicBezTo>
                  <a:pt x="1250122" y="923235"/>
                  <a:pt x="1243166" y="934476"/>
                  <a:pt x="1232452" y="940904"/>
                </a:cubicBezTo>
                <a:cubicBezTo>
                  <a:pt x="1220474" y="948091"/>
                  <a:pt x="1202573" y="944278"/>
                  <a:pt x="1192696" y="954156"/>
                </a:cubicBezTo>
                <a:cubicBezTo>
                  <a:pt x="1182818" y="964034"/>
                  <a:pt x="1190811" y="985794"/>
                  <a:pt x="1179444" y="993913"/>
                </a:cubicBezTo>
                <a:cubicBezTo>
                  <a:pt x="1156710" y="1010152"/>
                  <a:pt x="1099931" y="1020417"/>
                  <a:pt x="1099931" y="1020417"/>
                </a:cubicBezTo>
                <a:cubicBezTo>
                  <a:pt x="1091096" y="1029252"/>
                  <a:pt x="1083183" y="1039117"/>
                  <a:pt x="1073426" y="1046922"/>
                </a:cubicBezTo>
                <a:cubicBezTo>
                  <a:pt x="1060989" y="1056871"/>
                  <a:pt x="1043619" y="1060989"/>
                  <a:pt x="1033670" y="1073426"/>
                </a:cubicBezTo>
                <a:cubicBezTo>
                  <a:pt x="967644" y="1155959"/>
                  <a:pt x="1073964" y="1075647"/>
                  <a:pt x="993913" y="1139687"/>
                </a:cubicBezTo>
                <a:cubicBezTo>
                  <a:pt x="981476" y="1149636"/>
                  <a:pt x="966594" y="1156242"/>
                  <a:pt x="954157" y="1166191"/>
                </a:cubicBezTo>
                <a:cubicBezTo>
                  <a:pt x="944400" y="1173996"/>
                  <a:pt x="938048" y="1185765"/>
                  <a:pt x="927652" y="1192696"/>
                </a:cubicBezTo>
                <a:cubicBezTo>
                  <a:pt x="911215" y="1203654"/>
                  <a:pt x="890448" y="1207347"/>
                  <a:pt x="874644" y="1219200"/>
                </a:cubicBezTo>
                <a:cubicBezTo>
                  <a:pt x="854653" y="1234193"/>
                  <a:pt x="842427" y="1258348"/>
                  <a:pt x="821635" y="1272209"/>
                </a:cubicBezTo>
                <a:cubicBezTo>
                  <a:pt x="699285" y="1353776"/>
                  <a:pt x="849779" y="1249692"/>
                  <a:pt x="755374" y="1325217"/>
                </a:cubicBezTo>
                <a:cubicBezTo>
                  <a:pt x="742937" y="1335167"/>
                  <a:pt x="728055" y="1341772"/>
                  <a:pt x="715618" y="1351722"/>
                </a:cubicBezTo>
                <a:cubicBezTo>
                  <a:pt x="705862" y="1359527"/>
                  <a:pt x="700597" y="1373304"/>
                  <a:pt x="689113" y="1378226"/>
                </a:cubicBezTo>
                <a:cubicBezTo>
                  <a:pt x="668410" y="1387099"/>
                  <a:pt x="644939" y="1387061"/>
                  <a:pt x="622852" y="1391478"/>
                </a:cubicBezTo>
                <a:cubicBezTo>
                  <a:pt x="577418" y="1459631"/>
                  <a:pt x="619695" y="1407257"/>
                  <a:pt x="556592" y="1457739"/>
                </a:cubicBezTo>
                <a:cubicBezTo>
                  <a:pt x="515509" y="1490605"/>
                  <a:pt x="544710" y="1483558"/>
                  <a:pt x="490331" y="1510748"/>
                </a:cubicBezTo>
                <a:cubicBezTo>
                  <a:pt x="477837" y="1516995"/>
                  <a:pt x="463414" y="1518497"/>
                  <a:pt x="450574" y="1524000"/>
                </a:cubicBezTo>
                <a:cubicBezTo>
                  <a:pt x="432416" y="1531782"/>
                  <a:pt x="415723" y="1542722"/>
                  <a:pt x="397565" y="1550504"/>
                </a:cubicBezTo>
                <a:cubicBezTo>
                  <a:pt x="365794" y="1564120"/>
                  <a:pt x="338420" y="1567403"/>
                  <a:pt x="304800" y="1577009"/>
                </a:cubicBezTo>
                <a:cubicBezTo>
                  <a:pt x="291369" y="1580847"/>
                  <a:pt x="278296" y="1585844"/>
                  <a:pt x="265044" y="1590261"/>
                </a:cubicBezTo>
                <a:cubicBezTo>
                  <a:pt x="220870" y="1585844"/>
                  <a:pt x="175591" y="1587776"/>
                  <a:pt x="132522" y="1577009"/>
                </a:cubicBezTo>
                <a:cubicBezTo>
                  <a:pt x="120401" y="1573979"/>
                  <a:pt x="115774" y="1558309"/>
                  <a:pt x="106018" y="1550504"/>
                </a:cubicBezTo>
                <a:cubicBezTo>
                  <a:pt x="93581" y="1540554"/>
                  <a:pt x="79513" y="1532835"/>
                  <a:pt x="66261" y="1524000"/>
                </a:cubicBezTo>
                <a:cubicBezTo>
                  <a:pt x="57426" y="1510748"/>
                  <a:pt x="46880" y="1498489"/>
                  <a:pt x="39757" y="1484243"/>
                </a:cubicBezTo>
                <a:cubicBezTo>
                  <a:pt x="11139" y="1427006"/>
                  <a:pt x="26505" y="1358909"/>
                  <a:pt x="26505" y="1298713"/>
                </a:cubicBezTo>
                <a:lnTo>
                  <a:pt x="0" y="1245704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Freeform 48"/>
          <p:cNvSpPr/>
          <p:nvPr/>
        </p:nvSpPr>
        <p:spPr>
          <a:xfrm rot="17898207">
            <a:off x="862152" y="-2342223"/>
            <a:ext cx="1162595" cy="269909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Freeform 49"/>
          <p:cNvSpPr/>
          <p:nvPr/>
        </p:nvSpPr>
        <p:spPr>
          <a:xfrm rot="15064177" flipV="1">
            <a:off x="1488625" y="-2301929"/>
            <a:ext cx="1162595" cy="220876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Freeform 50"/>
          <p:cNvSpPr/>
          <p:nvPr/>
        </p:nvSpPr>
        <p:spPr>
          <a:xfrm rot="17026322" flipH="1">
            <a:off x="545543" y="-3512470"/>
            <a:ext cx="410600" cy="659265"/>
          </a:xfrm>
          <a:custGeom>
            <a:avLst/>
            <a:gdLst>
              <a:gd name="connsiteX0" fmla="*/ 490330 w 1948069"/>
              <a:gd name="connsiteY0" fmla="*/ 1364974 h 1936878"/>
              <a:gd name="connsiteX1" fmla="*/ 490330 w 1948069"/>
              <a:gd name="connsiteY1" fmla="*/ 1364974 h 1936878"/>
              <a:gd name="connsiteX2" fmla="*/ 622852 w 1948069"/>
              <a:gd name="connsiteY2" fmla="*/ 1311965 h 1936878"/>
              <a:gd name="connsiteX3" fmla="*/ 662608 w 1948069"/>
              <a:gd name="connsiteY3" fmla="*/ 1298713 h 1936878"/>
              <a:gd name="connsiteX4" fmla="*/ 702365 w 1948069"/>
              <a:gd name="connsiteY4" fmla="*/ 1272208 h 1936878"/>
              <a:gd name="connsiteX5" fmla="*/ 834887 w 1948069"/>
              <a:gd name="connsiteY5" fmla="*/ 1152939 h 1936878"/>
              <a:gd name="connsiteX6" fmla="*/ 861391 w 1948069"/>
              <a:gd name="connsiteY6" fmla="*/ 1126434 h 1936878"/>
              <a:gd name="connsiteX7" fmla="*/ 967408 w 1948069"/>
              <a:gd name="connsiteY7" fmla="*/ 1046921 h 1936878"/>
              <a:gd name="connsiteX8" fmla="*/ 993913 w 1948069"/>
              <a:gd name="connsiteY8" fmla="*/ 993913 h 1936878"/>
              <a:gd name="connsiteX9" fmla="*/ 1099930 w 1948069"/>
              <a:gd name="connsiteY9" fmla="*/ 901147 h 1936878"/>
              <a:gd name="connsiteX10" fmla="*/ 1179443 w 1948069"/>
              <a:gd name="connsiteY10" fmla="*/ 821634 h 1936878"/>
              <a:gd name="connsiteX11" fmla="*/ 1192695 w 1948069"/>
              <a:gd name="connsiteY11" fmla="*/ 768626 h 1936878"/>
              <a:gd name="connsiteX12" fmla="*/ 1205948 w 1948069"/>
              <a:gd name="connsiteY12" fmla="*/ 702365 h 1936878"/>
              <a:gd name="connsiteX13" fmla="*/ 1232452 w 1948069"/>
              <a:gd name="connsiteY13" fmla="*/ 649356 h 1936878"/>
              <a:gd name="connsiteX14" fmla="*/ 1285461 w 1948069"/>
              <a:gd name="connsiteY14" fmla="*/ 569843 h 1936878"/>
              <a:gd name="connsiteX15" fmla="*/ 1298713 w 1948069"/>
              <a:gd name="connsiteY15" fmla="*/ 530087 h 1936878"/>
              <a:gd name="connsiteX16" fmla="*/ 1325217 w 1948069"/>
              <a:gd name="connsiteY16" fmla="*/ 503582 h 1936878"/>
              <a:gd name="connsiteX17" fmla="*/ 1378226 w 1948069"/>
              <a:gd name="connsiteY17" fmla="*/ 410817 h 1936878"/>
              <a:gd name="connsiteX18" fmla="*/ 1391478 w 1948069"/>
              <a:gd name="connsiteY18" fmla="*/ 371060 h 1936878"/>
              <a:gd name="connsiteX19" fmla="*/ 1404730 w 1948069"/>
              <a:gd name="connsiteY19" fmla="*/ 304800 h 1936878"/>
              <a:gd name="connsiteX20" fmla="*/ 1457739 w 1948069"/>
              <a:gd name="connsiteY20" fmla="*/ 225287 h 1936878"/>
              <a:gd name="connsiteX21" fmla="*/ 1470991 w 1948069"/>
              <a:gd name="connsiteY21" fmla="*/ 132521 h 1936878"/>
              <a:gd name="connsiteX22" fmla="*/ 1484243 w 1948069"/>
              <a:gd name="connsiteY22" fmla="*/ 92765 h 1936878"/>
              <a:gd name="connsiteX23" fmla="*/ 1510748 w 1948069"/>
              <a:gd name="connsiteY23" fmla="*/ 0 h 1936878"/>
              <a:gd name="connsiteX24" fmla="*/ 1643269 w 1948069"/>
              <a:gd name="connsiteY24" fmla="*/ 13252 h 1936878"/>
              <a:gd name="connsiteX25" fmla="*/ 1749287 w 1948069"/>
              <a:gd name="connsiteY25" fmla="*/ 106017 h 1936878"/>
              <a:gd name="connsiteX26" fmla="*/ 1815548 w 1948069"/>
              <a:gd name="connsiteY26" fmla="*/ 159026 h 1936878"/>
              <a:gd name="connsiteX27" fmla="*/ 1868556 w 1948069"/>
              <a:gd name="connsiteY27" fmla="*/ 225287 h 1936878"/>
              <a:gd name="connsiteX28" fmla="*/ 1881808 w 1948069"/>
              <a:gd name="connsiteY28" fmla="*/ 265043 h 1936878"/>
              <a:gd name="connsiteX29" fmla="*/ 1908313 w 1948069"/>
              <a:gd name="connsiteY29" fmla="*/ 304800 h 1936878"/>
              <a:gd name="connsiteX30" fmla="*/ 1921565 w 1948069"/>
              <a:gd name="connsiteY30" fmla="*/ 384313 h 1936878"/>
              <a:gd name="connsiteX31" fmla="*/ 1934817 w 1948069"/>
              <a:gd name="connsiteY31" fmla="*/ 424069 h 1936878"/>
              <a:gd name="connsiteX32" fmla="*/ 1948069 w 1948069"/>
              <a:gd name="connsiteY32" fmla="*/ 477078 h 1936878"/>
              <a:gd name="connsiteX33" fmla="*/ 1934817 w 1948069"/>
              <a:gd name="connsiteY33" fmla="*/ 967408 h 1936878"/>
              <a:gd name="connsiteX34" fmla="*/ 1908313 w 1948069"/>
              <a:gd name="connsiteY34" fmla="*/ 1007165 h 1936878"/>
              <a:gd name="connsiteX35" fmla="*/ 1895061 w 1948069"/>
              <a:gd name="connsiteY35" fmla="*/ 1046921 h 1936878"/>
              <a:gd name="connsiteX36" fmla="*/ 1855304 w 1948069"/>
              <a:gd name="connsiteY36" fmla="*/ 1073426 h 1936878"/>
              <a:gd name="connsiteX37" fmla="*/ 1762539 w 1948069"/>
              <a:gd name="connsiteY37" fmla="*/ 1139687 h 1936878"/>
              <a:gd name="connsiteX38" fmla="*/ 1736034 w 1948069"/>
              <a:gd name="connsiteY38" fmla="*/ 1179443 h 1936878"/>
              <a:gd name="connsiteX39" fmla="*/ 1669774 w 1948069"/>
              <a:gd name="connsiteY39" fmla="*/ 1232452 h 1936878"/>
              <a:gd name="connsiteX40" fmla="*/ 1643269 w 1948069"/>
              <a:gd name="connsiteY40" fmla="*/ 1272208 h 1936878"/>
              <a:gd name="connsiteX41" fmla="*/ 1616765 w 1948069"/>
              <a:gd name="connsiteY41" fmla="*/ 1298713 h 1936878"/>
              <a:gd name="connsiteX42" fmla="*/ 1590261 w 1948069"/>
              <a:gd name="connsiteY42" fmla="*/ 1338469 h 1936878"/>
              <a:gd name="connsiteX43" fmla="*/ 1537252 w 1948069"/>
              <a:gd name="connsiteY43" fmla="*/ 1378226 h 1936878"/>
              <a:gd name="connsiteX44" fmla="*/ 1457739 w 1948069"/>
              <a:gd name="connsiteY44" fmla="*/ 1431234 h 1936878"/>
              <a:gd name="connsiteX45" fmla="*/ 1417982 w 1948069"/>
              <a:gd name="connsiteY45" fmla="*/ 1457739 h 1936878"/>
              <a:gd name="connsiteX46" fmla="*/ 1378226 w 1948069"/>
              <a:gd name="connsiteY46" fmla="*/ 1484243 h 1936878"/>
              <a:gd name="connsiteX47" fmla="*/ 1285461 w 1948069"/>
              <a:gd name="connsiteY47" fmla="*/ 1577008 h 1936878"/>
              <a:gd name="connsiteX48" fmla="*/ 1258956 w 1948069"/>
              <a:gd name="connsiteY48" fmla="*/ 1603513 h 1936878"/>
              <a:gd name="connsiteX49" fmla="*/ 1166191 w 1948069"/>
              <a:gd name="connsiteY49" fmla="*/ 1643269 h 1936878"/>
              <a:gd name="connsiteX50" fmla="*/ 1086678 w 1948069"/>
              <a:gd name="connsiteY50" fmla="*/ 1696278 h 1936878"/>
              <a:gd name="connsiteX51" fmla="*/ 1007165 w 1948069"/>
              <a:gd name="connsiteY51" fmla="*/ 1736034 h 1936878"/>
              <a:gd name="connsiteX52" fmla="*/ 980661 w 1948069"/>
              <a:gd name="connsiteY52" fmla="*/ 1762539 h 1936878"/>
              <a:gd name="connsiteX53" fmla="*/ 887895 w 1948069"/>
              <a:gd name="connsiteY53" fmla="*/ 1789043 h 1936878"/>
              <a:gd name="connsiteX54" fmla="*/ 795130 w 1948069"/>
              <a:gd name="connsiteY54" fmla="*/ 1842052 h 1936878"/>
              <a:gd name="connsiteX55" fmla="*/ 755374 w 1948069"/>
              <a:gd name="connsiteY55" fmla="*/ 1855304 h 1936878"/>
              <a:gd name="connsiteX56" fmla="*/ 596348 w 1948069"/>
              <a:gd name="connsiteY56" fmla="*/ 1868556 h 1936878"/>
              <a:gd name="connsiteX57" fmla="*/ 516834 w 1948069"/>
              <a:gd name="connsiteY57" fmla="*/ 1881808 h 1936878"/>
              <a:gd name="connsiteX58" fmla="*/ 477078 w 1948069"/>
              <a:gd name="connsiteY58" fmla="*/ 1895060 h 1936878"/>
              <a:gd name="connsiteX59" fmla="*/ 198782 w 1948069"/>
              <a:gd name="connsiteY59" fmla="*/ 1921565 h 1936878"/>
              <a:gd name="connsiteX60" fmla="*/ 66261 w 1948069"/>
              <a:gd name="connsiteY60" fmla="*/ 1934817 h 1936878"/>
              <a:gd name="connsiteX61" fmla="*/ 0 w 1948069"/>
              <a:gd name="connsiteY61" fmla="*/ 1364974 h 1936878"/>
              <a:gd name="connsiteX62" fmla="*/ 357808 w 1948069"/>
              <a:gd name="connsiteY62" fmla="*/ 1364974 h 1936878"/>
              <a:gd name="connsiteX63" fmla="*/ 397565 w 1948069"/>
              <a:gd name="connsiteY63" fmla="*/ 1378226 h 1936878"/>
              <a:gd name="connsiteX64" fmla="*/ 490330 w 1948069"/>
              <a:gd name="connsiteY64" fmla="*/ 1364974 h 1936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948069" h="1936878">
                <a:moveTo>
                  <a:pt x="490330" y="1364974"/>
                </a:moveTo>
                <a:lnTo>
                  <a:pt x="490330" y="1364974"/>
                </a:lnTo>
                <a:lnTo>
                  <a:pt x="622852" y="1311965"/>
                </a:lnTo>
                <a:cubicBezTo>
                  <a:pt x="635890" y="1306950"/>
                  <a:pt x="650114" y="1304960"/>
                  <a:pt x="662608" y="1298713"/>
                </a:cubicBezTo>
                <a:cubicBezTo>
                  <a:pt x="676854" y="1291590"/>
                  <a:pt x="689404" y="1281466"/>
                  <a:pt x="702365" y="1272208"/>
                </a:cubicBezTo>
                <a:cubicBezTo>
                  <a:pt x="774987" y="1220335"/>
                  <a:pt x="757360" y="1230467"/>
                  <a:pt x="834887" y="1152939"/>
                </a:cubicBezTo>
                <a:cubicBezTo>
                  <a:pt x="843722" y="1144104"/>
                  <a:pt x="851396" y="1133931"/>
                  <a:pt x="861391" y="1126434"/>
                </a:cubicBezTo>
                <a:lnTo>
                  <a:pt x="967408" y="1046921"/>
                </a:lnTo>
                <a:cubicBezTo>
                  <a:pt x="976243" y="1029252"/>
                  <a:pt x="981784" y="1009507"/>
                  <a:pt x="993913" y="993913"/>
                </a:cubicBezTo>
                <a:cubicBezTo>
                  <a:pt x="1087824" y="873172"/>
                  <a:pt x="1025828" y="967016"/>
                  <a:pt x="1099930" y="901147"/>
                </a:cubicBezTo>
                <a:cubicBezTo>
                  <a:pt x="1127945" y="876245"/>
                  <a:pt x="1179443" y="821634"/>
                  <a:pt x="1179443" y="821634"/>
                </a:cubicBezTo>
                <a:cubicBezTo>
                  <a:pt x="1183860" y="803965"/>
                  <a:pt x="1188744" y="786405"/>
                  <a:pt x="1192695" y="768626"/>
                </a:cubicBezTo>
                <a:cubicBezTo>
                  <a:pt x="1197581" y="746638"/>
                  <a:pt x="1198825" y="723734"/>
                  <a:pt x="1205948" y="702365"/>
                </a:cubicBezTo>
                <a:cubicBezTo>
                  <a:pt x="1212195" y="683624"/>
                  <a:pt x="1222288" y="666296"/>
                  <a:pt x="1232452" y="649356"/>
                </a:cubicBezTo>
                <a:cubicBezTo>
                  <a:pt x="1248841" y="622041"/>
                  <a:pt x="1285461" y="569843"/>
                  <a:pt x="1285461" y="569843"/>
                </a:cubicBezTo>
                <a:cubicBezTo>
                  <a:pt x="1289878" y="556591"/>
                  <a:pt x="1291526" y="542065"/>
                  <a:pt x="1298713" y="530087"/>
                </a:cubicBezTo>
                <a:cubicBezTo>
                  <a:pt x="1305141" y="519373"/>
                  <a:pt x="1317412" y="513338"/>
                  <a:pt x="1325217" y="503582"/>
                </a:cubicBezTo>
                <a:cubicBezTo>
                  <a:pt x="1345692" y="477988"/>
                  <a:pt x="1365669" y="440116"/>
                  <a:pt x="1378226" y="410817"/>
                </a:cubicBezTo>
                <a:cubicBezTo>
                  <a:pt x="1383729" y="397977"/>
                  <a:pt x="1388090" y="384612"/>
                  <a:pt x="1391478" y="371060"/>
                </a:cubicBezTo>
                <a:cubicBezTo>
                  <a:pt x="1396941" y="349208"/>
                  <a:pt x="1395409" y="325305"/>
                  <a:pt x="1404730" y="304800"/>
                </a:cubicBezTo>
                <a:cubicBezTo>
                  <a:pt x="1417911" y="275801"/>
                  <a:pt x="1457739" y="225287"/>
                  <a:pt x="1457739" y="225287"/>
                </a:cubicBezTo>
                <a:cubicBezTo>
                  <a:pt x="1462156" y="194365"/>
                  <a:pt x="1464865" y="163150"/>
                  <a:pt x="1470991" y="132521"/>
                </a:cubicBezTo>
                <a:cubicBezTo>
                  <a:pt x="1473730" y="118823"/>
                  <a:pt x="1480406" y="106196"/>
                  <a:pt x="1484243" y="92765"/>
                </a:cubicBezTo>
                <a:cubicBezTo>
                  <a:pt x="1517515" y="-23689"/>
                  <a:pt x="1478979" y="95301"/>
                  <a:pt x="1510748" y="0"/>
                </a:cubicBezTo>
                <a:cubicBezTo>
                  <a:pt x="1554922" y="4417"/>
                  <a:pt x="1600012" y="3270"/>
                  <a:pt x="1643269" y="13252"/>
                </a:cubicBezTo>
                <a:cubicBezTo>
                  <a:pt x="1673500" y="20228"/>
                  <a:pt x="1741417" y="100770"/>
                  <a:pt x="1749287" y="106017"/>
                </a:cubicBezTo>
                <a:cubicBezTo>
                  <a:pt x="1778807" y="125697"/>
                  <a:pt x="1793967" y="132049"/>
                  <a:pt x="1815548" y="159026"/>
                </a:cubicBezTo>
                <a:cubicBezTo>
                  <a:pt x="1882424" y="242620"/>
                  <a:pt x="1804556" y="161285"/>
                  <a:pt x="1868556" y="225287"/>
                </a:cubicBezTo>
                <a:cubicBezTo>
                  <a:pt x="1872973" y="238539"/>
                  <a:pt x="1875561" y="252549"/>
                  <a:pt x="1881808" y="265043"/>
                </a:cubicBezTo>
                <a:cubicBezTo>
                  <a:pt x="1888931" y="279289"/>
                  <a:pt x="1903276" y="289690"/>
                  <a:pt x="1908313" y="304800"/>
                </a:cubicBezTo>
                <a:cubicBezTo>
                  <a:pt x="1916810" y="330291"/>
                  <a:pt x="1915736" y="358083"/>
                  <a:pt x="1921565" y="384313"/>
                </a:cubicBezTo>
                <a:cubicBezTo>
                  <a:pt x="1924595" y="397949"/>
                  <a:pt x="1930980" y="410638"/>
                  <a:pt x="1934817" y="424069"/>
                </a:cubicBezTo>
                <a:cubicBezTo>
                  <a:pt x="1939821" y="441582"/>
                  <a:pt x="1943652" y="459408"/>
                  <a:pt x="1948069" y="477078"/>
                </a:cubicBezTo>
                <a:cubicBezTo>
                  <a:pt x="1943652" y="640521"/>
                  <a:pt x="1947045" y="804363"/>
                  <a:pt x="1934817" y="967408"/>
                </a:cubicBezTo>
                <a:cubicBezTo>
                  <a:pt x="1933626" y="983291"/>
                  <a:pt x="1915436" y="992919"/>
                  <a:pt x="1908313" y="1007165"/>
                </a:cubicBezTo>
                <a:cubicBezTo>
                  <a:pt x="1902066" y="1019659"/>
                  <a:pt x="1903787" y="1036013"/>
                  <a:pt x="1895061" y="1046921"/>
                </a:cubicBezTo>
                <a:cubicBezTo>
                  <a:pt x="1885111" y="1059358"/>
                  <a:pt x="1868265" y="1064168"/>
                  <a:pt x="1855304" y="1073426"/>
                </a:cubicBezTo>
                <a:cubicBezTo>
                  <a:pt x="1740222" y="1155627"/>
                  <a:pt x="1856245" y="1077214"/>
                  <a:pt x="1762539" y="1139687"/>
                </a:cubicBezTo>
                <a:cubicBezTo>
                  <a:pt x="1753704" y="1152939"/>
                  <a:pt x="1747296" y="1168181"/>
                  <a:pt x="1736034" y="1179443"/>
                </a:cubicBezTo>
                <a:cubicBezTo>
                  <a:pt x="1667150" y="1248326"/>
                  <a:pt x="1722235" y="1166876"/>
                  <a:pt x="1669774" y="1232452"/>
                </a:cubicBezTo>
                <a:cubicBezTo>
                  <a:pt x="1659824" y="1244889"/>
                  <a:pt x="1653219" y="1259771"/>
                  <a:pt x="1643269" y="1272208"/>
                </a:cubicBezTo>
                <a:cubicBezTo>
                  <a:pt x="1635464" y="1281964"/>
                  <a:pt x="1624570" y="1288957"/>
                  <a:pt x="1616765" y="1298713"/>
                </a:cubicBezTo>
                <a:cubicBezTo>
                  <a:pt x="1606816" y="1311150"/>
                  <a:pt x="1601523" y="1327207"/>
                  <a:pt x="1590261" y="1338469"/>
                </a:cubicBezTo>
                <a:cubicBezTo>
                  <a:pt x="1574643" y="1354087"/>
                  <a:pt x="1555347" y="1365560"/>
                  <a:pt x="1537252" y="1378226"/>
                </a:cubicBezTo>
                <a:cubicBezTo>
                  <a:pt x="1511156" y="1396493"/>
                  <a:pt x="1484243" y="1413565"/>
                  <a:pt x="1457739" y="1431234"/>
                </a:cubicBezTo>
                <a:lnTo>
                  <a:pt x="1417982" y="1457739"/>
                </a:lnTo>
                <a:cubicBezTo>
                  <a:pt x="1404730" y="1466574"/>
                  <a:pt x="1389488" y="1472981"/>
                  <a:pt x="1378226" y="1484243"/>
                </a:cubicBezTo>
                <a:lnTo>
                  <a:pt x="1285461" y="1577008"/>
                </a:lnTo>
                <a:cubicBezTo>
                  <a:pt x="1276626" y="1585843"/>
                  <a:pt x="1270809" y="1599562"/>
                  <a:pt x="1258956" y="1603513"/>
                </a:cubicBezTo>
                <a:cubicBezTo>
                  <a:pt x="1200459" y="1623012"/>
                  <a:pt x="1231694" y="1610518"/>
                  <a:pt x="1166191" y="1643269"/>
                </a:cubicBezTo>
                <a:cubicBezTo>
                  <a:pt x="1118954" y="1690508"/>
                  <a:pt x="1161558" y="1653490"/>
                  <a:pt x="1086678" y="1696278"/>
                </a:cubicBezTo>
                <a:cubicBezTo>
                  <a:pt x="1014746" y="1737381"/>
                  <a:pt x="1080056" y="1711737"/>
                  <a:pt x="1007165" y="1736034"/>
                </a:cubicBezTo>
                <a:cubicBezTo>
                  <a:pt x="998330" y="1744869"/>
                  <a:pt x="991375" y="1756111"/>
                  <a:pt x="980661" y="1762539"/>
                </a:cubicBezTo>
                <a:cubicBezTo>
                  <a:pt x="967082" y="1770686"/>
                  <a:pt x="897795" y="1786568"/>
                  <a:pt x="887895" y="1789043"/>
                </a:cubicBezTo>
                <a:cubicBezTo>
                  <a:pt x="847969" y="1815660"/>
                  <a:pt x="842207" y="1821876"/>
                  <a:pt x="795130" y="1842052"/>
                </a:cubicBezTo>
                <a:cubicBezTo>
                  <a:pt x="782291" y="1847555"/>
                  <a:pt x="769220" y="1853458"/>
                  <a:pt x="755374" y="1855304"/>
                </a:cubicBezTo>
                <a:cubicBezTo>
                  <a:pt x="702648" y="1862334"/>
                  <a:pt x="649215" y="1862682"/>
                  <a:pt x="596348" y="1868556"/>
                </a:cubicBezTo>
                <a:cubicBezTo>
                  <a:pt x="569642" y="1871523"/>
                  <a:pt x="543339" y="1877391"/>
                  <a:pt x="516834" y="1881808"/>
                </a:cubicBezTo>
                <a:cubicBezTo>
                  <a:pt x="503582" y="1886225"/>
                  <a:pt x="490714" y="1892030"/>
                  <a:pt x="477078" y="1895060"/>
                </a:cubicBezTo>
                <a:cubicBezTo>
                  <a:pt x="383846" y="1915779"/>
                  <a:pt x="296389" y="1915058"/>
                  <a:pt x="198782" y="1921565"/>
                </a:cubicBezTo>
                <a:cubicBezTo>
                  <a:pt x="129691" y="1944595"/>
                  <a:pt x="172995" y="1934817"/>
                  <a:pt x="66261" y="1934817"/>
                </a:cubicBezTo>
                <a:lnTo>
                  <a:pt x="0" y="1364974"/>
                </a:lnTo>
                <a:cubicBezTo>
                  <a:pt x="171520" y="1345915"/>
                  <a:pt x="132879" y="1343552"/>
                  <a:pt x="357808" y="1364974"/>
                </a:cubicBezTo>
                <a:cubicBezTo>
                  <a:pt x="371714" y="1366298"/>
                  <a:pt x="383704" y="1376493"/>
                  <a:pt x="397565" y="1378226"/>
                </a:cubicBezTo>
                <a:cubicBezTo>
                  <a:pt x="419481" y="1380966"/>
                  <a:pt x="441739" y="1378226"/>
                  <a:pt x="490330" y="136497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Freeform 51"/>
          <p:cNvSpPr/>
          <p:nvPr/>
        </p:nvSpPr>
        <p:spPr>
          <a:xfrm rot="581977">
            <a:off x="932287" y="-3466717"/>
            <a:ext cx="167167" cy="373771"/>
          </a:xfrm>
          <a:custGeom>
            <a:avLst/>
            <a:gdLst>
              <a:gd name="connsiteX0" fmla="*/ 0 w 270494"/>
              <a:gd name="connsiteY0" fmla="*/ 104932 h 157397"/>
              <a:gd name="connsiteX1" fmla="*/ 0 w 270494"/>
              <a:gd name="connsiteY1" fmla="*/ 104932 h 157397"/>
              <a:gd name="connsiteX2" fmla="*/ 59960 w 270494"/>
              <a:gd name="connsiteY2" fmla="*/ 127417 h 157397"/>
              <a:gd name="connsiteX3" fmla="*/ 82446 w 270494"/>
              <a:gd name="connsiteY3" fmla="*/ 134912 h 157397"/>
              <a:gd name="connsiteX4" fmla="*/ 104931 w 270494"/>
              <a:gd name="connsiteY4" fmla="*/ 149902 h 157397"/>
              <a:gd name="connsiteX5" fmla="*/ 157396 w 270494"/>
              <a:gd name="connsiteY5" fmla="*/ 157397 h 157397"/>
              <a:gd name="connsiteX6" fmla="*/ 262328 w 270494"/>
              <a:gd name="connsiteY6" fmla="*/ 149902 h 157397"/>
              <a:gd name="connsiteX7" fmla="*/ 262328 w 270494"/>
              <a:gd name="connsiteY7" fmla="*/ 104932 h 157397"/>
              <a:gd name="connsiteX8" fmla="*/ 217357 w 270494"/>
              <a:gd name="connsiteY8" fmla="*/ 82446 h 157397"/>
              <a:gd name="connsiteX9" fmla="*/ 164891 w 270494"/>
              <a:gd name="connsiteY9" fmla="*/ 59961 h 157397"/>
              <a:gd name="connsiteX10" fmla="*/ 82446 w 270494"/>
              <a:gd name="connsiteY10" fmla="*/ 7495 h 157397"/>
              <a:gd name="connsiteX11" fmla="*/ 59960 w 270494"/>
              <a:gd name="connsiteY11" fmla="*/ 0 h 157397"/>
              <a:gd name="connsiteX12" fmla="*/ 37475 w 270494"/>
              <a:gd name="connsiteY12" fmla="*/ 7495 h 157397"/>
              <a:gd name="connsiteX13" fmla="*/ 29980 w 270494"/>
              <a:gd name="connsiteY13" fmla="*/ 29981 h 157397"/>
              <a:gd name="connsiteX14" fmla="*/ 0 w 270494"/>
              <a:gd name="connsiteY14" fmla="*/ 104932 h 15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0494" h="157397">
                <a:moveTo>
                  <a:pt x="0" y="104932"/>
                </a:moveTo>
                <a:lnTo>
                  <a:pt x="0" y="104932"/>
                </a:lnTo>
                <a:lnTo>
                  <a:pt x="59960" y="127417"/>
                </a:lnTo>
                <a:cubicBezTo>
                  <a:pt x="67385" y="130117"/>
                  <a:pt x="75379" y="131379"/>
                  <a:pt x="82446" y="134912"/>
                </a:cubicBezTo>
                <a:cubicBezTo>
                  <a:pt x="90503" y="138940"/>
                  <a:pt x="96303" y="147314"/>
                  <a:pt x="104931" y="149902"/>
                </a:cubicBezTo>
                <a:cubicBezTo>
                  <a:pt x="121852" y="154978"/>
                  <a:pt x="139908" y="154899"/>
                  <a:pt x="157396" y="157397"/>
                </a:cubicBezTo>
                <a:cubicBezTo>
                  <a:pt x="192373" y="154899"/>
                  <a:pt x="228446" y="158937"/>
                  <a:pt x="262328" y="149902"/>
                </a:cubicBezTo>
                <a:cubicBezTo>
                  <a:pt x="278801" y="145509"/>
                  <a:pt x="265842" y="109325"/>
                  <a:pt x="262328" y="104932"/>
                </a:cubicBezTo>
                <a:cubicBezTo>
                  <a:pt x="248007" y="87031"/>
                  <a:pt x="235462" y="91499"/>
                  <a:pt x="217357" y="82446"/>
                </a:cubicBezTo>
                <a:cubicBezTo>
                  <a:pt x="165597" y="56566"/>
                  <a:pt x="227287" y="75559"/>
                  <a:pt x="164891" y="59961"/>
                </a:cubicBezTo>
                <a:cubicBezTo>
                  <a:pt x="104451" y="-479"/>
                  <a:pt x="144591" y="23032"/>
                  <a:pt x="82446" y="7495"/>
                </a:cubicBezTo>
                <a:cubicBezTo>
                  <a:pt x="74781" y="5579"/>
                  <a:pt x="67455" y="2498"/>
                  <a:pt x="59960" y="0"/>
                </a:cubicBezTo>
                <a:cubicBezTo>
                  <a:pt x="52465" y="2498"/>
                  <a:pt x="43061" y="1908"/>
                  <a:pt x="37475" y="7495"/>
                </a:cubicBezTo>
                <a:cubicBezTo>
                  <a:pt x="31888" y="13082"/>
                  <a:pt x="33513" y="22914"/>
                  <a:pt x="29980" y="29981"/>
                </a:cubicBezTo>
                <a:cubicBezTo>
                  <a:pt x="13604" y="62733"/>
                  <a:pt x="14990" y="41187"/>
                  <a:pt x="0" y="1049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/>
          <p:cNvSpPr/>
          <p:nvPr/>
        </p:nvSpPr>
        <p:spPr>
          <a:xfrm>
            <a:off x="1022432" y="-4295088"/>
            <a:ext cx="1585435" cy="15942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Freeform 53"/>
          <p:cNvSpPr/>
          <p:nvPr/>
        </p:nvSpPr>
        <p:spPr>
          <a:xfrm>
            <a:off x="1081178" y="-4253826"/>
            <a:ext cx="1076240" cy="409242"/>
          </a:xfrm>
          <a:custGeom>
            <a:avLst/>
            <a:gdLst>
              <a:gd name="connsiteX0" fmla="*/ 1076240 w 1076240"/>
              <a:gd name="connsiteY0" fmla="*/ 0 h 409242"/>
              <a:gd name="connsiteX1" fmla="*/ 1076240 w 1076240"/>
              <a:gd name="connsiteY1" fmla="*/ 0 h 409242"/>
              <a:gd name="connsiteX2" fmla="*/ 1051964 w 1076240"/>
              <a:gd name="connsiteY2" fmla="*/ 28322 h 409242"/>
              <a:gd name="connsiteX3" fmla="*/ 1035780 w 1076240"/>
              <a:gd name="connsiteY3" fmla="*/ 32368 h 409242"/>
              <a:gd name="connsiteX4" fmla="*/ 1019596 w 1076240"/>
              <a:gd name="connsiteY4" fmla="*/ 44507 h 409242"/>
              <a:gd name="connsiteX5" fmla="*/ 1007458 w 1076240"/>
              <a:gd name="connsiteY5" fmla="*/ 48553 h 409242"/>
              <a:gd name="connsiteX6" fmla="*/ 983182 w 1076240"/>
              <a:gd name="connsiteY6" fmla="*/ 64737 h 409242"/>
              <a:gd name="connsiteX7" fmla="*/ 950814 w 1076240"/>
              <a:gd name="connsiteY7" fmla="*/ 72829 h 409242"/>
              <a:gd name="connsiteX8" fmla="*/ 926538 w 1076240"/>
              <a:gd name="connsiteY8" fmla="*/ 89013 h 409242"/>
              <a:gd name="connsiteX9" fmla="*/ 914400 w 1076240"/>
              <a:gd name="connsiteY9" fmla="*/ 97105 h 409242"/>
              <a:gd name="connsiteX10" fmla="*/ 890124 w 1076240"/>
              <a:gd name="connsiteY10" fmla="*/ 105197 h 409242"/>
              <a:gd name="connsiteX11" fmla="*/ 869894 w 1076240"/>
              <a:gd name="connsiteY11" fmla="*/ 121381 h 409242"/>
              <a:gd name="connsiteX12" fmla="*/ 853709 w 1076240"/>
              <a:gd name="connsiteY12" fmla="*/ 141611 h 409242"/>
              <a:gd name="connsiteX13" fmla="*/ 841571 w 1076240"/>
              <a:gd name="connsiteY13" fmla="*/ 145657 h 409242"/>
              <a:gd name="connsiteX14" fmla="*/ 829433 w 1076240"/>
              <a:gd name="connsiteY14" fmla="*/ 153749 h 409242"/>
              <a:gd name="connsiteX15" fmla="*/ 793019 w 1076240"/>
              <a:gd name="connsiteY15" fmla="*/ 169933 h 409242"/>
              <a:gd name="connsiteX16" fmla="*/ 784927 w 1076240"/>
              <a:gd name="connsiteY16" fmla="*/ 182071 h 409242"/>
              <a:gd name="connsiteX17" fmla="*/ 772789 w 1076240"/>
              <a:gd name="connsiteY17" fmla="*/ 186117 h 409242"/>
              <a:gd name="connsiteX18" fmla="*/ 760651 w 1076240"/>
              <a:gd name="connsiteY18" fmla="*/ 194209 h 409242"/>
              <a:gd name="connsiteX19" fmla="*/ 748513 w 1076240"/>
              <a:gd name="connsiteY19" fmla="*/ 198255 h 409242"/>
              <a:gd name="connsiteX20" fmla="*/ 720191 w 1076240"/>
              <a:gd name="connsiteY20" fmla="*/ 218485 h 409242"/>
              <a:gd name="connsiteX21" fmla="*/ 708053 w 1076240"/>
              <a:gd name="connsiteY21" fmla="*/ 230623 h 409242"/>
              <a:gd name="connsiteX22" fmla="*/ 683777 w 1076240"/>
              <a:gd name="connsiteY22" fmla="*/ 234669 h 409242"/>
              <a:gd name="connsiteX23" fmla="*/ 659501 w 1076240"/>
              <a:gd name="connsiteY23" fmla="*/ 250853 h 409242"/>
              <a:gd name="connsiteX24" fmla="*/ 631178 w 1076240"/>
              <a:gd name="connsiteY24" fmla="*/ 267037 h 409242"/>
              <a:gd name="connsiteX25" fmla="*/ 602856 w 1076240"/>
              <a:gd name="connsiteY25" fmla="*/ 275130 h 409242"/>
              <a:gd name="connsiteX26" fmla="*/ 590718 w 1076240"/>
              <a:gd name="connsiteY26" fmla="*/ 279176 h 409242"/>
              <a:gd name="connsiteX27" fmla="*/ 574534 w 1076240"/>
              <a:gd name="connsiteY27" fmla="*/ 283222 h 409242"/>
              <a:gd name="connsiteX28" fmla="*/ 546212 w 1076240"/>
              <a:gd name="connsiteY28" fmla="*/ 299406 h 409242"/>
              <a:gd name="connsiteX29" fmla="*/ 521936 w 1076240"/>
              <a:gd name="connsiteY29" fmla="*/ 311544 h 409242"/>
              <a:gd name="connsiteX30" fmla="*/ 489568 w 1076240"/>
              <a:gd name="connsiteY30" fmla="*/ 331774 h 409242"/>
              <a:gd name="connsiteX31" fmla="*/ 465292 w 1076240"/>
              <a:gd name="connsiteY31" fmla="*/ 339866 h 409242"/>
              <a:gd name="connsiteX32" fmla="*/ 436970 w 1076240"/>
              <a:gd name="connsiteY32" fmla="*/ 347958 h 409242"/>
              <a:gd name="connsiteX33" fmla="*/ 420786 w 1076240"/>
              <a:gd name="connsiteY33" fmla="*/ 356050 h 409242"/>
              <a:gd name="connsiteX34" fmla="*/ 376279 w 1076240"/>
              <a:gd name="connsiteY34" fmla="*/ 368188 h 409242"/>
              <a:gd name="connsiteX35" fmla="*/ 347957 w 1076240"/>
              <a:gd name="connsiteY35" fmla="*/ 376280 h 409242"/>
              <a:gd name="connsiteX36" fmla="*/ 319635 w 1076240"/>
              <a:gd name="connsiteY36" fmla="*/ 380326 h 409242"/>
              <a:gd name="connsiteX37" fmla="*/ 279175 w 1076240"/>
              <a:gd name="connsiteY37" fmla="*/ 388418 h 409242"/>
              <a:gd name="connsiteX38" fmla="*/ 258945 w 1076240"/>
              <a:gd name="connsiteY38" fmla="*/ 392464 h 409242"/>
              <a:gd name="connsiteX39" fmla="*/ 242761 w 1076240"/>
              <a:gd name="connsiteY39" fmla="*/ 396510 h 409242"/>
              <a:gd name="connsiteX40" fmla="*/ 214439 w 1076240"/>
              <a:gd name="connsiteY40" fmla="*/ 400556 h 409242"/>
              <a:gd name="connsiteX41" fmla="*/ 0 w 1076240"/>
              <a:gd name="connsiteY41" fmla="*/ 392464 h 40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76240" h="409242">
                <a:moveTo>
                  <a:pt x="1076240" y="0"/>
                </a:moveTo>
                <a:lnTo>
                  <a:pt x="1076240" y="0"/>
                </a:lnTo>
                <a:cubicBezTo>
                  <a:pt x="1068148" y="9441"/>
                  <a:pt x="1061673" y="20554"/>
                  <a:pt x="1051964" y="28322"/>
                </a:cubicBezTo>
                <a:cubicBezTo>
                  <a:pt x="1047622" y="31796"/>
                  <a:pt x="1040754" y="29881"/>
                  <a:pt x="1035780" y="32368"/>
                </a:cubicBezTo>
                <a:cubicBezTo>
                  <a:pt x="1029748" y="35384"/>
                  <a:pt x="1025451" y="41161"/>
                  <a:pt x="1019596" y="44507"/>
                </a:cubicBezTo>
                <a:cubicBezTo>
                  <a:pt x="1015893" y="46623"/>
                  <a:pt x="1011186" y="46482"/>
                  <a:pt x="1007458" y="48553"/>
                </a:cubicBezTo>
                <a:cubicBezTo>
                  <a:pt x="998956" y="53276"/>
                  <a:pt x="992617" y="62378"/>
                  <a:pt x="983182" y="64737"/>
                </a:cubicBezTo>
                <a:lnTo>
                  <a:pt x="950814" y="72829"/>
                </a:lnTo>
                <a:lnTo>
                  <a:pt x="926538" y="89013"/>
                </a:lnTo>
                <a:cubicBezTo>
                  <a:pt x="922492" y="91710"/>
                  <a:pt x="919013" y="95567"/>
                  <a:pt x="914400" y="97105"/>
                </a:cubicBezTo>
                <a:lnTo>
                  <a:pt x="890124" y="105197"/>
                </a:lnTo>
                <a:cubicBezTo>
                  <a:pt x="874008" y="129371"/>
                  <a:pt x="891608" y="108353"/>
                  <a:pt x="869894" y="121381"/>
                </a:cubicBezTo>
                <a:cubicBezTo>
                  <a:pt x="853392" y="131282"/>
                  <a:pt x="870253" y="128376"/>
                  <a:pt x="853709" y="141611"/>
                </a:cubicBezTo>
                <a:cubicBezTo>
                  <a:pt x="850379" y="144275"/>
                  <a:pt x="845386" y="143750"/>
                  <a:pt x="841571" y="145657"/>
                </a:cubicBezTo>
                <a:cubicBezTo>
                  <a:pt x="837222" y="147832"/>
                  <a:pt x="833479" y="151052"/>
                  <a:pt x="829433" y="153749"/>
                </a:cubicBezTo>
                <a:cubicBezTo>
                  <a:pt x="811224" y="181063"/>
                  <a:pt x="835622" y="150998"/>
                  <a:pt x="793019" y="169933"/>
                </a:cubicBezTo>
                <a:cubicBezTo>
                  <a:pt x="788575" y="171908"/>
                  <a:pt x="788724" y="179033"/>
                  <a:pt x="784927" y="182071"/>
                </a:cubicBezTo>
                <a:cubicBezTo>
                  <a:pt x="781597" y="184735"/>
                  <a:pt x="776604" y="184210"/>
                  <a:pt x="772789" y="186117"/>
                </a:cubicBezTo>
                <a:cubicBezTo>
                  <a:pt x="768440" y="188292"/>
                  <a:pt x="765000" y="192034"/>
                  <a:pt x="760651" y="194209"/>
                </a:cubicBezTo>
                <a:cubicBezTo>
                  <a:pt x="756836" y="196116"/>
                  <a:pt x="752328" y="196348"/>
                  <a:pt x="748513" y="198255"/>
                </a:cubicBezTo>
                <a:cubicBezTo>
                  <a:pt x="743390" y="200817"/>
                  <a:pt x="722757" y="216286"/>
                  <a:pt x="720191" y="218485"/>
                </a:cubicBezTo>
                <a:cubicBezTo>
                  <a:pt x="715847" y="222209"/>
                  <a:pt x="713282" y="228299"/>
                  <a:pt x="708053" y="230623"/>
                </a:cubicBezTo>
                <a:cubicBezTo>
                  <a:pt x="700556" y="233955"/>
                  <a:pt x="691869" y="233320"/>
                  <a:pt x="683777" y="234669"/>
                </a:cubicBezTo>
                <a:lnTo>
                  <a:pt x="659501" y="250853"/>
                </a:lnTo>
                <a:cubicBezTo>
                  <a:pt x="647308" y="258982"/>
                  <a:pt x="645556" y="260875"/>
                  <a:pt x="631178" y="267037"/>
                </a:cubicBezTo>
                <a:cubicBezTo>
                  <a:pt x="621468" y="271198"/>
                  <a:pt x="613134" y="272194"/>
                  <a:pt x="602856" y="275130"/>
                </a:cubicBezTo>
                <a:cubicBezTo>
                  <a:pt x="598755" y="276302"/>
                  <a:pt x="594819" y="278004"/>
                  <a:pt x="590718" y="279176"/>
                </a:cubicBezTo>
                <a:cubicBezTo>
                  <a:pt x="585371" y="280704"/>
                  <a:pt x="579741" y="281270"/>
                  <a:pt x="574534" y="283222"/>
                </a:cubicBezTo>
                <a:cubicBezTo>
                  <a:pt x="546161" y="293862"/>
                  <a:pt x="569689" y="287667"/>
                  <a:pt x="546212" y="299406"/>
                </a:cubicBezTo>
                <a:cubicBezTo>
                  <a:pt x="519490" y="312767"/>
                  <a:pt x="548992" y="292219"/>
                  <a:pt x="521936" y="311544"/>
                </a:cubicBezTo>
                <a:cubicBezTo>
                  <a:pt x="506442" y="322611"/>
                  <a:pt x="506850" y="324861"/>
                  <a:pt x="489568" y="331774"/>
                </a:cubicBezTo>
                <a:cubicBezTo>
                  <a:pt x="481648" y="334942"/>
                  <a:pt x="473567" y="337797"/>
                  <a:pt x="465292" y="339866"/>
                </a:cubicBezTo>
                <a:cubicBezTo>
                  <a:pt x="457079" y="341919"/>
                  <a:pt x="445096" y="344475"/>
                  <a:pt x="436970" y="347958"/>
                </a:cubicBezTo>
                <a:cubicBezTo>
                  <a:pt x="431426" y="350334"/>
                  <a:pt x="426330" y="353674"/>
                  <a:pt x="420786" y="356050"/>
                </a:cubicBezTo>
                <a:cubicBezTo>
                  <a:pt x="408540" y="361298"/>
                  <a:pt x="385552" y="365097"/>
                  <a:pt x="376279" y="368188"/>
                </a:cubicBezTo>
                <a:cubicBezTo>
                  <a:pt x="365879" y="371655"/>
                  <a:pt x="359134" y="374248"/>
                  <a:pt x="347957" y="376280"/>
                </a:cubicBezTo>
                <a:cubicBezTo>
                  <a:pt x="338574" y="377986"/>
                  <a:pt x="329026" y="378669"/>
                  <a:pt x="319635" y="380326"/>
                </a:cubicBezTo>
                <a:cubicBezTo>
                  <a:pt x="306091" y="382716"/>
                  <a:pt x="292662" y="385721"/>
                  <a:pt x="279175" y="388418"/>
                </a:cubicBezTo>
                <a:cubicBezTo>
                  <a:pt x="272432" y="389767"/>
                  <a:pt x="265617" y="390796"/>
                  <a:pt x="258945" y="392464"/>
                </a:cubicBezTo>
                <a:cubicBezTo>
                  <a:pt x="253550" y="393813"/>
                  <a:pt x="248232" y="395515"/>
                  <a:pt x="242761" y="396510"/>
                </a:cubicBezTo>
                <a:cubicBezTo>
                  <a:pt x="233378" y="398216"/>
                  <a:pt x="223880" y="399207"/>
                  <a:pt x="214439" y="400556"/>
                </a:cubicBezTo>
                <a:cubicBezTo>
                  <a:pt x="5077" y="396451"/>
                  <a:pt x="69625" y="427276"/>
                  <a:pt x="0" y="392464"/>
                </a:cubicBezTo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Freeform 54"/>
          <p:cNvSpPr/>
          <p:nvPr/>
        </p:nvSpPr>
        <p:spPr>
          <a:xfrm>
            <a:off x="1085224" y="-4339532"/>
            <a:ext cx="1056010" cy="466032"/>
          </a:xfrm>
          <a:custGeom>
            <a:avLst/>
            <a:gdLst>
              <a:gd name="connsiteX0" fmla="*/ 0 w 1031734"/>
              <a:gd name="connsiteY0" fmla="*/ 392464 h 441016"/>
              <a:gd name="connsiteX1" fmla="*/ 0 w 1031734"/>
              <a:gd name="connsiteY1" fmla="*/ 392464 h 441016"/>
              <a:gd name="connsiteX2" fmla="*/ 16184 w 1031734"/>
              <a:gd name="connsiteY2" fmla="*/ 424832 h 441016"/>
              <a:gd name="connsiteX3" fmla="*/ 20230 w 1031734"/>
              <a:gd name="connsiteY3" fmla="*/ 436970 h 441016"/>
              <a:gd name="connsiteX4" fmla="*/ 32368 w 1031734"/>
              <a:gd name="connsiteY4" fmla="*/ 441016 h 441016"/>
              <a:gd name="connsiteX5" fmla="*/ 80920 w 1031734"/>
              <a:gd name="connsiteY5" fmla="*/ 408648 h 441016"/>
              <a:gd name="connsiteX6" fmla="*/ 93058 w 1031734"/>
              <a:gd name="connsiteY6" fmla="*/ 400556 h 441016"/>
              <a:gd name="connsiteX7" fmla="*/ 129472 w 1031734"/>
              <a:gd name="connsiteY7" fmla="*/ 392464 h 441016"/>
              <a:gd name="connsiteX8" fmla="*/ 141610 w 1031734"/>
              <a:gd name="connsiteY8" fmla="*/ 388418 h 441016"/>
              <a:gd name="connsiteX9" fmla="*/ 161840 w 1031734"/>
              <a:gd name="connsiteY9" fmla="*/ 384372 h 441016"/>
              <a:gd name="connsiteX10" fmla="*/ 178025 w 1031734"/>
              <a:gd name="connsiteY10" fmla="*/ 380326 h 441016"/>
              <a:gd name="connsiteX11" fmla="*/ 226577 w 1031734"/>
              <a:gd name="connsiteY11" fmla="*/ 368188 h 441016"/>
              <a:gd name="connsiteX12" fmla="*/ 250853 w 1031734"/>
              <a:gd name="connsiteY12" fmla="*/ 360096 h 441016"/>
              <a:gd name="connsiteX13" fmla="*/ 275129 w 1031734"/>
              <a:gd name="connsiteY13" fmla="*/ 352004 h 441016"/>
              <a:gd name="connsiteX14" fmla="*/ 287267 w 1031734"/>
              <a:gd name="connsiteY14" fmla="*/ 347958 h 441016"/>
              <a:gd name="connsiteX15" fmla="*/ 323681 w 1031734"/>
              <a:gd name="connsiteY15" fmla="*/ 343912 h 441016"/>
              <a:gd name="connsiteX16" fmla="*/ 335819 w 1031734"/>
              <a:gd name="connsiteY16" fmla="*/ 339866 h 441016"/>
              <a:gd name="connsiteX17" fmla="*/ 352003 w 1031734"/>
              <a:gd name="connsiteY17" fmla="*/ 335820 h 441016"/>
              <a:gd name="connsiteX18" fmla="*/ 368187 w 1031734"/>
              <a:gd name="connsiteY18" fmla="*/ 327728 h 441016"/>
              <a:gd name="connsiteX19" fmla="*/ 400555 w 1031734"/>
              <a:gd name="connsiteY19" fmla="*/ 319636 h 441016"/>
              <a:gd name="connsiteX20" fmla="*/ 416740 w 1031734"/>
              <a:gd name="connsiteY20" fmla="*/ 311543 h 441016"/>
              <a:gd name="connsiteX21" fmla="*/ 436970 w 1031734"/>
              <a:gd name="connsiteY21" fmla="*/ 307497 h 441016"/>
              <a:gd name="connsiteX22" fmla="*/ 453154 w 1031734"/>
              <a:gd name="connsiteY22" fmla="*/ 303451 h 441016"/>
              <a:gd name="connsiteX23" fmla="*/ 497660 w 1031734"/>
              <a:gd name="connsiteY23" fmla="*/ 295359 h 441016"/>
              <a:gd name="connsiteX24" fmla="*/ 505752 w 1031734"/>
              <a:gd name="connsiteY24" fmla="*/ 283221 h 441016"/>
              <a:gd name="connsiteX25" fmla="*/ 517890 w 1031734"/>
              <a:gd name="connsiteY25" fmla="*/ 279175 h 441016"/>
              <a:gd name="connsiteX26" fmla="*/ 530028 w 1031734"/>
              <a:gd name="connsiteY26" fmla="*/ 271083 h 441016"/>
              <a:gd name="connsiteX27" fmla="*/ 546212 w 1031734"/>
              <a:gd name="connsiteY27" fmla="*/ 258945 h 441016"/>
              <a:gd name="connsiteX28" fmla="*/ 558350 w 1031734"/>
              <a:gd name="connsiteY28" fmla="*/ 254899 h 441016"/>
              <a:gd name="connsiteX29" fmla="*/ 574534 w 1031734"/>
              <a:gd name="connsiteY29" fmla="*/ 246807 h 441016"/>
              <a:gd name="connsiteX30" fmla="*/ 590718 w 1031734"/>
              <a:gd name="connsiteY30" fmla="*/ 242761 h 441016"/>
              <a:gd name="connsiteX31" fmla="*/ 614994 w 1031734"/>
              <a:gd name="connsiteY31" fmla="*/ 234669 h 441016"/>
              <a:gd name="connsiteX32" fmla="*/ 631178 w 1031734"/>
              <a:gd name="connsiteY32" fmla="*/ 230623 h 441016"/>
              <a:gd name="connsiteX33" fmla="*/ 651409 w 1031734"/>
              <a:gd name="connsiteY33" fmla="*/ 222531 h 441016"/>
              <a:gd name="connsiteX34" fmla="*/ 667593 w 1031734"/>
              <a:gd name="connsiteY34" fmla="*/ 214439 h 441016"/>
              <a:gd name="connsiteX35" fmla="*/ 683777 w 1031734"/>
              <a:gd name="connsiteY35" fmla="*/ 210393 h 441016"/>
              <a:gd name="connsiteX36" fmla="*/ 712099 w 1031734"/>
              <a:gd name="connsiteY36" fmla="*/ 194209 h 441016"/>
              <a:gd name="connsiteX37" fmla="*/ 724237 w 1031734"/>
              <a:gd name="connsiteY37" fmla="*/ 190163 h 441016"/>
              <a:gd name="connsiteX38" fmla="*/ 748513 w 1031734"/>
              <a:gd name="connsiteY38" fmla="*/ 169933 h 441016"/>
              <a:gd name="connsiteX39" fmla="*/ 772789 w 1031734"/>
              <a:gd name="connsiteY39" fmla="*/ 157795 h 441016"/>
              <a:gd name="connsiteX40" fmla="*/ 784927 w 1031734"/>
              <a:gd name="connsiteY40" fmla="*/ 145657 h 441016"/>
              <a:gd name="connsiteX41" fmla="*/ 809203 w 1031734"/>
              <a:gd name="connsiteY41" fmla="*/ 129473 h 441016"/>
              <a:gd name="connsiteX42" fmla="*/ 865848 w 1031734"/>
              <a:gd name="connsiteY42" fmla="*/ 117335 h 441016"/>
              <a:gd name="connsiteX43" fmla="*/ 894170 w 1031734"/>
              <a:gd name="connsiteY43" fmla="*/ 109243 h 441016"/>
              <a:gd name="connsiteX44" fmla="*/ 910354 w 1031734"/>
              <a:gd name="connsiteY44" fmla="*/ 105197 h 441016"/>
              <a:gd name="connsiteX45" fmla="*/ 922492 w 1031734"/>
              <a:gd name="connsiteY45" fmla="*/ 101151 h 441016"/>
              <a:gd name="connsiteX46" fmla="*/ 946768 w 1031734"/>
              <a:gd name="connsiteY46" fmla="*/ 97105 h 441016"/>
              <a:gd name="connsiteX47" fmla="*/ 971044 w 1031734"/>
              <a:gd name="connsiteY47" fmla="*/ 89013 h 441016"/>
              <a:gd name="connsiteX48" fmla="*/ 1019596 w 1031734"/>
              <a:gd name="connsiteY48" fmla="*/ 76874 h 441016"/>
              <a:gd name="connsiteX49" fmla="*/ 1031734 w 1031734"/>
              <a:gd name="connsiteY49" fmla="*/ 68782 h 441016"/>
              <a:gd name="connsiteX50" fmla="*/ 1019596 w 1031734"/>
              <a:gd name="connsiteY50" fmla="*/ 56644 h 441016"/>
              <a:gd name="connsiteX51" fmla="*/ 991274 w 1031734"/>
              <a:gd name="connsiteY51" fmla="*/ 48552 h 441016"/>
              <a:gd name="connsiteX52" fmla="*/ 979136 w 1031734"/>
              <a:gd name="connsiteY52" fmla="*/ 40460 h 441016"/>
              <a:gd name="connsiteX53" fmla="*/ 958906 w 1031734"/>
              <a:gd name="connsiteY53" fmla="*/ 36414 h 441016"/>
              <a:gd name="connsiteX54" fmla="*/ 946768 w 1031734"/>
              <a:gd name="connsiteY54" fmla="*/ 32368 h 441016"/>
              <a:gd name="connsiteX55" fmla="*/ 930584 w 1031734"/>
              <a:gd name="connsiteY55" fmla="*/ 28322 h 441016"/>
              <a:gd name="connsiteX56" fmla="*/ 865848 w 1031734"/>
              <a:gd name="connsiteY56" fmla="*/ 16184 h 441016"/>
              <a:gd name="connsiteX57" fmla="*/ 837525 w 1031734"/>
              <a:gd name="connsiteY57" fmla="*/ 8092 h 441016"/>
              <a:gd name="connsiteX58" fmla="*/ 801111 w 1031734"/>
              <a:gd name="connsiteY58" fmla="*/ 0 h 441016"/>
              <a:gd name="connsiteX59" fmla="*/ 449108 w 1031734"/>
              <a:gd name="connsiteY59" fmla="*/ 4046 h 441016"/>
              <a:gd name="connsiteX60" fmla="*/ 436970 w 1031734"/>
              <a:gd name="connsiteY60" fmla="*/ 8092 h 441016"/>
              <a:gd name="connsiteX61" fmla="*/ 408648 w 1031734"/>
              <a:gd name="connsiteY61" fmla="*/ 16184 h 441016"/>
              <a:gd name="connsiteX62" fmla="*/ 400555 w 1031734"/>
              <a:gd name="connsiteY62" fmla="*/ 24276 h 441016"/>
              <a:gd name="connsiteX63" fmla="*/ 388417 w 1031734"/>
              <a:gd name="connsiteY63" fmla="*/ 28322 h 441016"/>
              <a:gd name="connsiteX64" fmla="*/ 372233 w 1031734"/>
              <a:gd name="connsiteY64" fmla="*/ 36414 h 441016"/>
              <a:gd name="connsiteX65" fmla="*/ 347957 w 1031734"/>
              <a:gd name="connsiteY65" fmla="*/ 52598 h 441016"/>
              <a:gd name="connsiteX66" fmla="*/ 327727 w 1031734"/>
              <a:gd name="connsiteY66" fmla="*/ 72828 h 441016"/>
              <a:gd name="connsiteX67" fmla="*/ 311543 w 1031734"/>
              <a:gd name="connsiteY67" fmla="*/ 93059 h 441016"/>
              <a:gd name="connsiteX68" fmla="*/ 299405 w 1031734"/>
              <a:gd name="connsiteY68" fmla="*/ 97105 h 441016"/>
              <a:gd name="connsiteX69" fmla="*/ 287267 w 1031734"/>
              <a:gd name="connsiteY69" fmla="*/ 109243 h 441016"/>
              <a:gd name="connsiteX70" fmla="*/ 262991 w 1031734"/>
              <a:gd name="connsiteY70" fmla="*/ 117335 h 441016"/>
              <a:gd name="connsiteX71" fmla="*/ 242761 w 1031734"/>
              <a:gd name="connsiteY71" fmla="*/ 141611 h 441016"/>
              <a:gd name="connsiteX72" fmla="*/ 226577 w 1031734"/>
              <a:gd name="connsiteY72" fmla="*/ 165887 h 441016"/>
              <a:gd name="connsiteX73" fmla="*/ 198255 w 1031734"/>
              <a:gd name="connsiteY73" fmla="*/ 173979 h 441016"/>
              <a:gd name="connsiteX74" fmla="*/ 169932 w 1031734"/>
              <a:gd name="connsiteY74" fmla="*/ 190163 h 441016"/>
              <a:gd name="connsiteX75" fmla="*/ 157794 w 1031734"/>
              <a:gd name="connsiteY75" fmla="*/ 194209 h 441016"/>
              <a:gd name="connsiteX76" fmla="*/ 145656 w 1031734"/>
              <a:gd name="connsiteY76" fmla="*/ 202301 h 441016"/>
              <a:gd name="connsiteX77" fmla="*/ 129472 w 1031734"/>
              <a:gd name="connsiteY77" fmla="*/ 206347 h 441016"/>
              <a:gd name="connsiteX78" fmla="*/ 105196 w 1031734"/>
              <a:gd name="connsiteY78" fmla="*/ 214439 h 441016"/>
              <a:gd name="connsiteX79" fmla="*/ 84966 w 1031734"/>
              <a:gd name="connsiteY79" fmla="*/ 238715 h 441016"/>
              <a:gd name="connsiteX80" fmla="*/ 76874 w 1031734"/>
              <a:gd name="connsiteY80" fmla="*/ 250853 h 441016"/>
              <a:gd name="connsiteX81" fmla="*/ 60690 w 1031734"/>
              <a:gd name="connsiteY81" fmla="*/ 254899 h 441016"/>
              <a:gd name="connsiteX82" fmla="*/ 48552 w 1031734"/>
              <a:gd name="connsiteY82" fmla="*/ 283221 h 441016"/>
              <a:gd name="connsiteX83" fmla="*/ 36414 w 1031734"/>
              <a:gd name="connsiteY83" fmla="*/ 291313 h 441016"/>
              <a:gd name="connsiteX84" fmla="*/ 28322 w 1031734"/>
              <a:gd name="connsiteY84" fmla="*/ 303451 h 441016"/>
              <a:gd name="connsiteX85" fmla="*/ 0 w 1031734"/>
              <a:gd name="connsiteY85" fmla="*/ 392464 h 44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031734" h="441016">
                <a:moveTo>
                  <a:pt x="0" y="392464"/>
                </a:moveTo>
                <a:lnTo>
                  <a:pt x="0" y="392464"/>
                </a:lnTo>
                <a:cubicBezTo>
                  <a:pt x="5395" y="403253"/>
                  <a:pt x="11192" y="413850"/>
                  <a:pt x="16184" y="424832"/>
                </a:cubicBezTo>
                <a:cubicBezTo>
                  <a:pt x="17949" y="428715"/>
                  <a:pt x="17214" y="433954"/>
                  <a:pt x="20230" y="436970"/>
                </a:cubicBezTo>
                <a:cubicBezTo>
                  <a:pt x="23246" y="439986"/>
                  <a:pt x="28322" y="439667"/>
                  <a:pt x="32368" y="441016"/>
                </a:cubicBezTo>
                <a:lnTo>
                  <a:pt x="80920" y="408648"/>
                </a:lnTo>
                <a:cubicBezTo>
                  <a:pt x="84966" y="405951"/>
                  <a:pt x="88445" y="402094"/>
                  <a:pt x="93058" y="400556"/>
                </a:cubicBezTo>
                <a:cubicBezTo>
                  <a:pt x="120382" y="391448"/>
                  <a:pt x="86748" y="401958"/>
                  <a:pt x="129472" y="392464"/>
                </a:cubicBezTo>
                <a:cubicBezTo>
                  <a:pt x="133635" y="391539"/>
                  <a:pt x="137472" y="389452"/>
                  <a:pt x="141610" y="388418"/>
                </a:cubicBezTo>
                <a:cubicBezTo>
                  <a:pt x="148282" y="386750"/>
                  <a:pt x="155127" y="385864"/>
                  <a:pt x="161840" y="384372"/>
                </a:cubicBezTo>
                <a:cubicBezTo>
                  <a:pt x="167269" y="383166"/>
                  <a:pt x="172630" y="381675"/>
                  <a:pt x="178025" y="380326"/>
                </a:cubicBezTo>
                <a:cubicBezTo>
                  <a:pt x="210583" y="364047"/>
                  <a:pt x="176239" y="378975"/>
                  <a:pt x="226577" y="368188"/>
                </a:cubicBezTo>
                <a:cubicBezTo>
                  <a:pt x="234917" y="366401"/>
                  <a:pt x="242761" y="362793"/>
                  <a:pt x="250853" y="360096"/>
                </a:cubicBezTo>
                <a:lnTo>
                  <a:pt x="275129" y="352004"/>
                </a:lnTo>
                <a:cubicBezTo>
                  <a:pt x="279175" y="350655"/>
                  <a:pt x="283028" y="348429"/>
                  <a:pt x="287267" y="347958"/>
                </a:cubicBezTo>
                <a:lnTo>
                  <a:pt x="323681" y="343912"/>
                </a:lnTo>
                <a:cubicBezTo>
                  <a:pt x="327727" y="342563"/>
                  <a:pt x="331718" y="341038"/>
                  <a:pt x="335819" y="339866"/>
                </a:cubicBezTo>
                <a:cubicBezTo>
                  <a:pt x="341166" y="338338"/>
                  <a:pt x="346796" y="337772"/>
                  <a:pt x="352003" y="335820"/>
                </a:cubicBezTo>
                <a:cubicBezTo>
                  <a:pt x="357650" y="333702"/>
                  <a:pt x="362465" y="329635"/>
                  <a:pt x="368187" y="327728"/>
                </a:cubicBezTo>
                <a:cubicBezTo>
                  <a:pt x="396677" y="318231"/>
                  <a:pt x="379364" y="328718"/>
                  <a:pt x="400555" y="319636"/>
                </a:cubicBezTo>
                <a:cubicBezTo>
                  <a:pt x="406099" y="317260"/>
                  <a:pt x="411018" y="313451"/>
                  <a:pt x="416740" y="311543"/>
                </a:cubicBezTo>
                <a:cubicBezTo>
                  <a:pt x="423264" y="309368"/>
                  <a:pt x="430257" y="308989"/>
                  <a:pt x="436970" y="307497"/>
                </a:cubicBezTo>
                <a:cubicBezTo>
                  <a:pt x="442398" y="306291"/>
                  <a:pt x="447683" y="304446"/>
                  <a:pt x="453154" y="303451"/>
                </a:cubicBezTo>
                <a:cubicBezTo>
                  <a:pt x="506310" y="293786"/>
                  <a:pt x="460953" y="304536"/>
                  <a:pt x="497660" y="295359"/>
                </a:cubicBezTo>
                <a:cubicBezTo>
                  <a:pt x="500357" y="291313"/>
                  <a:pt x="501955" y="286259"/>
                  <a:pt x="505752" y="283221"/>
                </a:cubicBezTo>
                <a:cubicBezTo>
                  <a:pt x="509082" y="280557"/>
                  <a:pt x="514075" y="281082"/>
                  <a:pt x="517890" y="279175"/>
                </a:cubicBezTo>
                <a:cubicBezTo>
                  <a:pt x="522239" y="277000"/>
                  <a:pt x="526071" y="273909"/>
                  <a:pt x="530028" y="271083"/>
                </a:cubicBezTo>
                <a:cubicBezTo>
                  <a:pt x="535515" y="267164"/>
                  <a:pt x="540357" y="262291"/>
                  <a:pt x="546212" y="258945"/>
                </a:cubicBezTo>
                <a:cubicBezTo>
                  <a:pt x="549915" y="256829"/>
                  <a:pt x="554430" y="256579"/>
                  <a:pt x="558350" y="254899"/>
                </a:cubicBezTo>
                <a:cubicBezTo>
                  <a:pt x="563894" y="252523"/>
                  <a:pt x="568887" y="248925"/>
                  <a:pt x="574534" y="246807"/>
                </a:cubicBezTo>
                <a:cubicBezTo>
                  <a:pt x="579741" y="244855"/>
                  <a:pt x="585392" y="244359"/>
                  <a:pt x="590718" y="242761"/>
                </a:cubicBezTo>
                <a:cubicBezTo>
                  <a:pt x="598888" y="240310"/>
                  <a:pt x="606719" y="236738"/>
                  <a:pt x="614994" y="234669"/>
                </a:cubicBezTo>
                <a:cubicBezTo>
                  <a:pt x="620389" y="233320"/>
                  <a:pt x="625903" y="232381"/>
                  <a:pt x="631178" y="230623"/>
                </a:cubicBezTo>
                <a:cubicBezTo>
                  <a:pt x="638068" y="228326"/>
                  <a:pt x="644772" y="225481"/>
                  <a:pt x="651409" y="222531"/>
                </a:cubicBezTo>
                <a:cubicBezTo>
                  <a:pt x="656921" y="220081"/>
                  <a:pt x="661946" y="216557"/>
                  <a:pt x="667593" y="214439"/>
                </a:cubicBezTo>
                <a:cubicBezTo>
                  <a:pt x="672800" y="212487"/>
                  <a:pt x="678570" y="212345"/>
                  <a:pt x="683777" y="210393"/>
                </a:cubicBezTo>
                <a:cubicBezTo>
                  <a:pt x="712150" y="199753"/>
                  <a:pt x="688622" y="205948"/>
                  <a:pt x="712099" y="194209"/>
                </a:cubicBezTo>
                <a:cubicBezTo>
                  <a:pt x="715914" y="192302"/>
                  <a:pt x="720191" y="191512"/>
                  <a:pt x="724237" y="190163"/>
                </a:cubicBezTo>
                <a:cubicBezTo>
                  <a:pt x="733185" y="181215"/>
                  <a:pt x="737247" y="175566"/>
                  <a:pt x="748513" y="169933"/>
                </a:cubicBezTo>
                <a:cubicBezTo>
                  <a:pt x="766761" y="160809"/>
                  <a:pt x="755396" y="172289"/>
                  <a:pt x="772789" y="157795"/>
                </a:cubicBezTo>
                <a:cubicBezTo>
                  <a:pt x="777185" y="154132"/>
                  <a:pt x="780410" y="149170"/>
                  <a:pt x="784927" y="145657"/>
                </a:cubicBezTo>
                <a:cubicBezTo>
                  <a:pt x="792604" y="139686"/>
                  <a:pt x="799977" y="132548"/>
                  <a:pt x="809203" y="129473"/>
                </a:cubicBezTo>
                <a:cubicBezTo>
                  <a:pt x="843795" y="117942"/>
                  <a:pt x="825015" y="122439"/>
                  <a:pt x="865848" y="117335"/>
                </a:cubicBezTo>
                <a:cubicBezTo>
                  <a:pt x="916442" y="104687"/>
                  <a:pt x="853539" y="120852"/>
                  <a:pt x="894170" y="109243"/>
                </a:cubicBezTo>
                <a:cubicBezTo>
                  <a:pt x="899517" y="107715"/>
                  <a:pt x="905007" y="106725"/>
                  <a:pt x="910354" y="105197"/>
                </a:cubicBezTo>
                <a:cubicBezTo>
                  <a:pt x="914455" y="104025"/>
                  <a:pt x="918329" y="102076"/>
                  <a:pt x="922492" y="101151"/>
                </a:cubicBezTo>
                <a:cubicBezTo>
                  <a:pt x="930500" y="99371"/>
                  <a:pt x="938809" y="99095"/>
                  <a:pt x="946768" y="97105"/>
                </a:cubicBezTo>
                <a:cubicBezTo>
                  <a:pt x="955043" y="95036"/>
                  <a:pt x="962630" y="90416"/>
                  <a:pt x="971044" y="89013"/>
                </a:cubicBezTo>
                <a:cubicBezTo>
                  <a:pt x="983176" y="86990"/>
                  <a:pt x="1008912" y="83997"/>
                  <a:pt x="1019596" y="76874"/>
                </a:cubicBezTo>
                <a:lnTo>
                  <a:pt x="1031734" y="68782"/>
                </a:lnTo>
                <a:cubicBezTo>
                  <a:pt x="1027688" y="64736"/>
                  <a:pt x="1024357" y="59818"/>
                  <a:pt x="1019596" y="56644"/>
                </a:cubicBezTo>
                <a:cubicBezTo>
                  <a:pt x="1016113" y="54322"/>
                  <a:pt x="993432" y="49092"/>
                  <a:pt x="991274" y="48552"/>
                </a:cubicBezTo>
                <a:cubicBezTo>
                  <a:pt x="987228" y="45855"/>
                  <a:pt x="983689" y="42167"/>
                  <a:pt x="979136" y="40460"/>
                </a:cubicBezTo>
                <a:cubicBezTo>
                  <a:pt x="972697" y="38045"/>
                  <a:pt x="965578" y="38082"/>
                  <a:pt x="958906" y="36414"/>
                </a:cubicBezTo>
                <a:cubicBezTo>
                  <a:pt x="954768" y="35380"/>
                  <a:pt x="950869" y="33540"/>
                  <a:pt x="946768" y="32368"/>
                </a:cubicBezTo>
                <a:cubicBezTo>
                  <a:pt x="941421" y="30840"/>
                  <a:pt x="935979" y="29671"/>
                  <a:pt x="930584" y="28322"/>
                </a:cubicBezTo>
                <a:cubicBezTo>
                  <a:pt x="902637" y="9690"/>
                  <a:pt x="927555" y="23444"/>
                  <a:pt x="865848" y="16184"/>
                </a:cubicBezTo>
                <a:cubicBezTo>
                  <a:pt x="847118" y="13981"/>
                  <a:pt x="853717" y="11690"/>
                  <a:pt x="837525" y="8092"/>
                </a:cubicBezTo>
                <a:cubicBezTo>
                  <a:pt x="794801" y="-1402"/>
                  <a:pt x="828435" y="9108"/>
                  <a:pt x="801111" y="0"/>
                </a:cubicBezTo>
                <a:lnTo>
                  <a:pt x="449108" y="4046"/>
                </a:lnTo>
                <a:cubicBezTo>
                  <a:pt x="444844" y="4141"/>
                  <a:pt x="441071" y="6920"/>
                  <a:pt x="436970" y="8092"/>
                </a:cubicBezTo>
                <a:cubicBezTo>
                  <a:pt x="401407" y="18253"/>
                  <a:pt x="437751" y="6483"/>
                  <a:pt x="408648" y="16184"/>
                </a:cubicBezTo>
                <a:cubicBezTo>
                  <a:pt x="405950" y="18881"/>
                  <a:pt x="403826" y="22313"/>
                  <a:pt x="400555" y="24276"/>
                </a:cubicBezTo>
                <a:cubicBezTo>
                  <a:pt x="396898" y="26470"/>
                  <a:pt x="392337" y="26642"/>
                  <a:pt x="388417" y="28322"/>
                </a:cubicBezTo>
                <a:cubicBezTo>
                  <a:pt x="382873" y="30698"/>
                  <a:pt x="377405" y="33311"/>
                  <a:pt x="372233" y="36414"/>
                </a:cubicBezTo>
                <a:cubicBezTo>
                  <a:pt x="363894" y="41418"/>
                  <a:pt x="347957" y="52598"/>
                  <a:pt x="347957" y="52598"/>
                </a:cubicBezTo>
                <a:cubicBezTo>
                  <a:pt x="326378" y="84966"/>
                  <a:pt x="354700" y="45855"/>
                  <a:pt x="327727" y="72828"/>
                </a:cubicBezTo>
                <a:cubicBezTo>
                  <a:pt x="319459" y="81096"/>
                  <a:pt x="321551" y="87054"/>
                  <a:pt x="311543" y="93059"/>
                </a:cubicBezTo>
                <a:cubicBezTo>
                  <a:pt x="307886" y="95253"/>
                  <a:pt x="303451" y="95756"/>
                  <a:pt x="299405" y="97105"/>
                </a:cubicBezTo>
                <a:cubicBezTo>
                  <a:pt x="295359" y="101151"/>
                  <a:pt x="292269" y="106464"/>
                  <a:pt x="287267" y="109243"/>
                </a:cubicBezTo>
                <a:cubicBezTo>
                  <a:pt x="279811" y="113385"/>
                  <a:pt x="262991" y="117335"/>
                  <a:pt x="262991" y="117335"/>
                </a:cubicBezTo>
                <a:cubicBezTo>
                  <a:pt x="234075" y="160709"/>
                  <a:pt x="279106" y="94882"/>
                  <a:pt x="242761" y="141611"/>
                </a:cubicBezTo>
                <a:cubicBezTo>
                  <a:pt x="236790" y="149288"/>
                  <a:pt x="235803" y="162812"/>
                  <a:pt x="226577" y="165887"/>
                </a:cubicBezTo>
                <a:cubicBezTo>
                  <a:pt x="209164" y="171691"/>
                  <a:pt x="218577" y="168899"/>
                  <a:pt x="198255" y="173979"/>
                </a:cubicBezTo>
                <a:cubicBezTo>
                  <a:pt x="186063" y="182107"/>
                  <a:pt x="184308" y="184002"/>
                  <a:pt x="169932" y="190163"/>
                </a:cubicBezTo>
                <a:cubicBezTo>
                  <a:pt x="166012" y="191843"/>
                  <a:pt x="161609" y="192302"/>
                  <a:pt x="157794" y="194209"/>
                </a:cubicBezTo>
                <a:cubicBezTo>
                  <a:pt x="153445" y="196384"/>
                  <a:pt x="150126" y="200385"/>
                  <a:pt x="145656" y="202301"/>
                </a:cubicBezTo>
                <a:cubicBezTo>
                  <a:pt x="140545" y="204491"/>
                  <a:pt x="134798" y="204749"/>
                  <a:pt x="129472" y="206347"/>
                </a:cubicBezTo>
                <a:cubicBezTo>
                  <a:pt x="121302" y="208798"/>
                  <a:pt x="105196" y="214439"/>
                  <a:pt x="105196" y="214439"/>
                </a:cubicBezTo>
                <a:cubicBezTo>
                  <a:pt x="85105" y="244575"/>
                  <a:pt x="110927" y="207562"/>
                  <a:pt x="84966" y="238715"/>
                </a:cubicBezTo>
                <a:cubicBezTo>
                  <a:pt x="81853" y="242451"/>
                  <a:pt x="80920" y="248156"/>
                  <a:pt x="76874" y="250853"/>
                </a:cubicBezTo>
                <a:cubicBezTo>
                  <a:pt x="72247" y="253938"/>
                  <a:pt x="66085" y="253550"/>
                  <a:pt x="60690" y="254899"/>
                </a:cubicBezTo>
                <a:cubicBezTo>
                  <a:pt x="57595" y="267280"/>
                  <a:pt x="57866" y="273907"/>
                  <a:pt x="48552" y="283221"/>
                </a:cubicBezTo>
                <a:cubicBezTo>
                  <a:pt x="45114" y="286659"/>
                  <a:pt x="40460" y="288616"/>
                  <a:pt x="36414" y="291313"/>
                </a:cubicBezTo>
                <a:cubicBezTo>
                  <a:pt x="33717" y="295359"/>
                  <a:pt x="29080" y="298648"/>
                  <a:pt x="28322" y="303451"/>
                </a:cubicBezTo>
                <a:cubicBezTo>
                  <a:pt x="14643" y="390088"/>
                  <a:pt x="4720" y="377629"/>
                  <a:pt x="0" y="392464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Freeform 55"/>
          <p:cNvSpPr/>
          <p:nvPr/>
        </p:nvSpPr>
        <p:spPr>
          <a:xfrm>
            <a:off x="989562" y="-2976584"/>
            <a:ext cx="283604" cy="204337"/>
          </a:xfrm>
          <a:custGeom>
            <a:avLst/>
            <a:gdLst>
              <a:gd name="connsiteX0" fmla="*/ 0 w 270494"/>
              <a:gd name="connsiteY0" fmla="*/ 104932 h 157397"/>
              <a:gd name="connsiteX1" fmla="*/ 0 w 270494"/>
              <a:gd name="connsiteY1" fmla="*/ 104932 h 157397"/>
              <a:gd name="connsiteX2" fmla="*/ 59960 w 270494"/>
              <a:gd name="connsiteY2" fmla="*/ 127417 h 157397"/>
              <a:gd name="connsiteX3" fmla="*/ 82446 w 270494"/>
              <a:gd name="connsiteY3" fmla="*/ 134912 h 157397"/>
              <a:gd name="connsiteX4" fmla="*/ 104931 w 270494"/>
              <a:gd name="connsiteY4" fmla="*/ 149902 h 157397"/>
              <a:gd name="connsiteX5" fmla="*/ 157396 w 270494"/>
              <a:gd name="connsiteY5" fmla="*/ 157397 h 157397"/>
              <a:gd name="connsiteX6" fmla="*/ 262328 w 270494"/>
              <a:gd name="connsiteY6" fmla="*/ 149902 h 157397"/>
              <a:gd name="connsiteX7" fmla="*/ 262328 w 270494"/>
              <a:gd name="connsiteY7" fmla="*/ 104932 h 157397"/>
              <a:gd name="connsiteX8" fmla="*/ 217357 w 270494"/>
              <a:gd name="connsiteY8" fmla="*/ 82446 h 157397"/>
              <a:gd name="connsiteX9" fmla="*/ 164891 w 270494"/>
              <a:gd name="connsiteY9" fmla="*/ 59961 h 157397"/>
              <a:gd name="connsiteX10" fmla="*/ 82446 w 270494"/>
              <a:gd name="connsiteY10" fmla="*/ 7495 h 157397"/>
              <a:gd name="connsiteX11" fmla="*/ 59960 w 270494"/>
              <a:gd name="connsiteY11" fmla="*/ 0 h 157397"/>
              <a:gd name="connsiteX12" fmla="*/ 37475 w 270494"/>
              <a:gd name="connsiteY12" fmla="*/ 7495 h 157397"/>
              <a:gd name="connsiteX13" fmla="*/ 29980 w 270494"/>
              <a:gd name="connsiteY13" fmla="*/ 29981 h 157397"/>
              <a:gd name="connsiteX14" fmla="*/ 0 w 270494"/>
              <a:gd name="connsiteY14" fmla="*/ 104932 h 15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0494" h="157397">
                <a:moveTo>
                  <a:pt x="0" y="104932"/>
                </a:moveTo>
                <a:lnTo>
                  <a:pt x="0" y="104932"/>
                </a:lnTo>
                <a:lnTo>
                  <a:pt x="59960" y="127417"/>
                </a:lnTo>
                <a:cubicBezTo>
                  <a:pt x="67385" y="130117"/>
                  <a:pt x="75379" y="131379"/>
                  <a:pt x="82446" y="134912"/>
                </a:cubicBezTo>
                <a:cubicBezTo>
                  <a:pt x="90503" y="138940"/>
                  <a:pt x="96303" y="147314"/>
                  <a:pt x="104931" y="149902"/>
                </a:cubicBezTo>
                <a:cubicBezTo>
                  <a:pt x="121852" y="154978"/>
                  <a:pt x="139908" y="154899"/>
                  <a:pt x="157396" y="157397"/>
                </a:cubicBezTo>
                <a:cubicBezTo>
                  <a:pt x="192373" y="154899"/>
                  <a:pt x="228446" y="158937"/>
                  <a:pt x="262328" y="149902"/>
                </a:cubicBezTo>
                <a:cubicBezTo>
                  <a:pt x="278801" y="145509"/>
                  <a:pt x="265842" y="109325"/>
                  <a:pt x="262328" y="104932"/>
                </a:cubicBezTo>
                <a:cubicBezTo>
                  <a:pt x="248007" y="87031"/>
                  <a:pt x="235462" y="91499"/>
                  <a:pt x="217357" y="82446"/>
                </a:cubicBezTo>
                <a:cubicBezTo>
                  <a:pt x="165597" y="56566"/>
                  <a:pt x="227287" y="75559"/>
                  <a:pt x="164891" y="59961"/>
                </a:cubicBezTo>
                <a:cubicBezTo>
                  <a:pt x="104451" y="-479"/>
                  <a:pt x="144591" y="23032"/>
                  <a:pt x="82446" y="7495"/>
                </a:cubicBezTo>
                <a:cubicBezTo>
                  <a:pt x="74781" y="5579"/>
                  <a:pt x="67455" y="2498"/>
                  <a:pt x="59960" y="0"/>
                </a:cubicBezTo>
                <a:cubicBezTo>
                  <a:pt x="52465" y="2498"/>
                  <a:pt x="43061" y="1908"/>
                  <a:pt x="37475" y="7495"/>
                </a:cubicBezTo>
                <a:cubicBezTo>
                  <a:pt x="31888" y="13082"/>
                  <a:pt x="33513" y="22914"/>
                  <a:pt x="29980" y="29981"/>
                </a:cubicBezTo>
                <a:cubicBezTo>
                  <a:pt x="13604" y="62733"/>
                  <a:pt x="14990" y="41187"/>
                  <a:pt x="0" y="1049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Freeform 56"/>
          <p:cNvSpPr/>
          <p:nvPr/>
        </p:nvSpPr>
        <p:spPr>
          <a:xfrm rot="16899383">
            <a:off x="2377504" y="-3015499"/>
            <a:ext cx="270494" cy="248614"/>
          </a:xfrm>
          <a:custGeom>
            <a:avLst/>
            <a:gdLst>
              <a:gd name="connsiteX0" fmla="*/ 0 w 270494"/>
              <a:gd name="connsiteY0" fmla="*/ 104932 h 157397"/>
              <a:gd name="connsiteX1" fmla="*/ 0 w 270494"/>
              <a:gd name="connsiteY1" fmla="*/ 104932 h 157397"/>
              <a:gd name="connsiteX2" fmla="*/ 59960 w 270494"/>
              <a:gd name="connsiteY2" fmla="*/ 127417 h 157397"/>
              <a:gd name="connsiteX3" fmla="*/ 82446 w 270494"/>
              <a:gd name="connsiteY3" fmla="*/ 134912 h 157397"/>
              <a:gd name="connsiteX4" fmla="*/ 104931 w 270494"/>
              <a:gd name="connsiteY4" fmla="*/ 149902 h 157397"/>
              <a:gd name="connsiteX5" fmla="*/ 157396 w 270494"/>
              <a:gd name="connsiteY5" fmla="*/ 157397 h 157397"/>
              <a:gd name="connsiteX6" fmla="*/ 262328 w 270494"/>
              <a:gd name="connsiteY6" fmla="*/ 149902 h 157397"/>
              <a:gd name="connsiteX7" fmla="*/ 262328 w 270494"/>
              <a:gd name="connsiteY7" fmla="*/ 104932 h 157397"/>
              <a:gd name="connsiteX8" fmla="*/ 217357 w 270494"/>
              <a:gd name="connsiteY8" fmla="*/ 82446 h 157397"/>
              <a:gd name="connsiteX9" fmla="*/ 164891 w 270494"/>
              <a:gd name="connsiteY9" fmla="*/ 59961 h 157397"/>
              <a:gd name="connsiteX10" fmla="*/ 82446 w 270494"/>
              <a:gd name="connsiteY10" fmla="*/ 7495 h 157397"/>
              <a:gd name="connsiteX11" fmla="*/ 59960 w 270494"/>
              <a:gd name="connsiteY11" fmla="*/ 0 h 157397"/>
              <a:gd name="connsiteX12" fmla="*/ 37475 w 270494"/>
              <a:gd name="connsiteY12" fmla="*/ 7495 h 157397"/>
              <a:gd name="connsiteX13" fmla="*/ 29980 w 270494"/>
              <a:gd name="connsiteY13" fmla="*/ 29981 h 157397"/>
              <a:gd name="connsiteX14" fmla="*/ 0 w 270494"/>
              <a:gd name="connsiteY14" fmla="*/ 104932 h 15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0494" h="157397">
                <a:moveTo>
                  <a:pt x="0" y="104932"/>
                </a:moveTo>
                <a:lnTo>
                  <a:pt x="0" y="104932"/>
                </a:lnTo>
                <a:lnTo>
                  <a:pt x="59960" y="127417"/>
                </a:lnTo>
                <a:cubicBezTo>
                  <a:pt x="67385" y="130117"/>
                  <a:pt x="75379" y="131379"/>
                  <a:pt x="82446" y="134912"/>
                </a:cubicBezTo>
                <a:cubicBezTo>
                  <a:pt x="90503" y="138940"/>
                  <a:pt x="96303" y="147314"/>
                  <a:pt x="104931" y="149902"/>
                </a:cubicBezTo>
                <a:cubicBezTo>
                  <a:pt x="121852" y="154978"/>
                  <a:pt x="139908" y="154899"/>
                  <a:pt x="157396" y="157397"/>
                </a:cubicBezTo>
                <a:cubicBezTo>
                  <a:pt x="192373" y="154899"/>
                  <a:pt x="228446" y="158937"/>
                  <a:pt x="262328" y="149902"/>
                </a:cubicBezTo>
                <a:cubicBezTo>
                  <a:pt x="278801" y="145509"/>
                  <a:pt x="265842" y="109325"/>
                  <a:pt x="262328" y="104932"/>
                </a:cubicBezTo>
                <a:cubicBezTo>
                  <a:pt x="248007" y="87031"/>
                  <a:pt x="235462" y="91499"/>
                  <a:pt x="217357" y="82446"/>
                </a:cubicBezTo>
                <a:cubicBezTo>
                  <a:pt x="165597" y="56566"/>
                  <a:pt x="227287" y="75559"/>
                  <a:pt x="164891" y="59961"/>
                </a:cubicBezTo>
                <a:cubicBezTo>
                  <a:pt x="104451" y="-479"/>
                  <a:pt x="144591" y="23032"/>
                  <a:pt x="82446" y="7495"/>
                </a:cubicBezTo>
                <a:cubicBezTo>
                  <a:pt x="74781" y="5579"/>
                  <a:pt x="67455" y="2498"/>
                  <a:pt x="59960" y="0"/>
                </a:cubicBezTo>
                <a:cubicBezTo>
                  <a:pt x="52465" y="2498"/>
                  <a:pt x="43061" y="1908"/>
                  <a:pt x="37475" y="7495"/>
                </a:cubicBezTo>
                <a:cubicBezTo>
                  <a:pt x="31888" y="13082"/>
                  <a:pt x="33513" y="22914"/>
                  <a:pt x="29980" y="29981"/>
                </a:cubicBezTo>
                <a:cubicBezTo>
                  <a:pt x="13604" y="62733"/>
                  <a:pt x="14990" y="41187"/>
                  <a:pt x="0" y="10493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/>
          <p:cNvSpPr/>
          <p:nvPr/>
        </p:nvSpPr>
        <p:spPr>
          <a:xfrm>
            <a:off x="1259253" y="-3632690"/>
            <a:ext cx="343812" cy="241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/>
          <p:cNvSpPr/>
          <p:nvPr/>
        </p:nvSpPr>
        <p:spPr>
          <a:xfrm>
            <a:off x="2017654" y="-3647863"/>
            <a:ext cx="343812" cy="241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0682" y="811672"/>
            <a:ext cx="2877561" cy="458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33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0" y="-10076688"/>
            <a:ext cx="5450296" cy="5450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37657" y="-11403106"/>
            <a:ext cx="5450296" cy="54502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18538" y="-11008536"/>
            <a:ext cx="5450296" cy="54502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5681" y="-11017746"/>
            <a:ext cx="5450296" cy="545029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7718841" y="-8065911"/>
            <a:ext cx="343812" cy="241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18477242" y="-8081084"/>
            <a:ext cx="343812" cy="241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50296" cy="54502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00592" y="0"/>
            <a:ext cx="5450296" cy="5450296"/>
          </a:xfrm>
          <a:prstGeom prst="rect">
            <a:avLst/>
          </a:prstGeom>
        </p:spPr>
      </p:pic>
      <p:sp>
        <p:nvSpPr>
          <p:cNvPr id="14" name="Freeform 13"/>
          <p:cNvSpPr/>
          <p:nvPr/>
        </p:nvSpPr>
        <p:spPr>
          <a:xfrm rot="12169680" flipV="1">
            <a:off x="25466642" y="-8387509"/>
            <a:ext cx="368373" cy="189822"/>
          </a:xfrm>
          <a:custGeom>
            <a:avLst/>
            <a:gdLst>
              <a:gd name="connsiteX0" fmla="*/ 1162595 w 1162595"/>
              <a:gd name="connsiteY0" fmla="*/ 542109 h 636816"/>
              <a:gd name="connsiteX1" fmla="*/ 431075 w 1162595"/>
              <a:gd name="connsiteY1" fmla="*/ 594360 h 636816"/>
              <a:gd name="connsiteX2" fmla="*/ 0 w 1162595"/>
              <a:gd name="connsiteY2" fmla="*/ 0 h 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2595" h="636816">
                <a:moveTo>
                  <a:pt x="1162595" y="542109"/>
                </a:moveTo>
                <a:cubicBezTo>
                  <a:pt x="893718" y="613410"/>
                  <a:pt x="624841" y="684711"/>
                  <a:pt x="431075" y="594360"/>
                </a:cubicBezTo>
                <a:cubicBezTo>
                  <a:pt x="237309" y="504009"/>
                  <a:pt x="118654" y="252004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450296" y="0"/>
            <a:ext cx="5450296" cy="545029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0296" y="0"/>
            <a:ext cx="5450296" cy="54502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0592" y="-6097"/>
            <a:ext cx="5450296" cy="545639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766759" y="9636985"/>
            <a:ext cx="27251482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78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067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/>
          <p:cNvSpPr/>
          <p:nvPr/>
        </p:nvSpPr>
        <p:spPr>
          <a:xfrm rot="5400000" flipV="1">
            <a:off x="448915" y="31355"/>
            <a:ext cx="1216152" cy="645950"/>
          </a:xfrm>
          <a:prstGeom prst="cube">
            <a:avLst>
              <a:gd name="adj" fmla="val 13882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ube 4"/>
          <p:cNvSpPr/>
          <p:nvPr/>
        </p:nvSpPr>
        <p:spPr>
          <a:xfrm rot="5400000" flipV="1">
            <a:off x="535692" y="29948"/>
            <a:ext cx="1127967" cy="560584"/>
          </a:xfrm>
          <a:prstGeom prst="cube">
            <a:avLst>
              <a:gd name="adj" fmla="val 0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42042">
            <a:off x="1895359" y="3881746"/>
            <a:ext cx="738516" cy="13744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9384" y="3123743"/>
            <a:ext cx="2890467" cy="289046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662" y="0"/>
            <a:ext cx="2895851" cy="28958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513" y="0"/>
            <a:ext cx="2895851" cy="28958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364" y="-1"/>
            <a:ext cx="2895851" cy="28958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960" y="4566284"/>
            <a:ext cx="8687553" cy="2895851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5192785" y="3598977"/>
            <a:ext cx="251669" cy="26418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073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58</Words>
  <Application>Microsoft Office PowerPoint</Application>
  <PresentationFormat>Widescreen</PresentationFormat>
  <Paragraphs>23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Chimdi Inyiama</dc:creator>
  <cp:lastModifiedBy>Chimdi Inyiama</cp:lastModifiedBy>
  <cp:revision>39</cp:revision>
  <dcterms:created xsi:type="dcterms:W3CDTF">2026-09-15T19:27:44Z</dcterms:created>
  <dcterms:modified xsi:type="dcterms:W3CDTF">2026-09-27T15:40:49Z</dcterms:modified>
</cp:coreProperties>
</file>